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7" r:id="rId20"/>
    <p:sldId id="274" r:id="rId21"/>
    <p:sldId id="275" r:id="rId22"/>
    <p:sldId id="276" r:id="rId23"/>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theme" Target="theme/theme1.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OBJECT">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p>
        </p:txBody>
      </p:sp>
      <p:sp>
        <p:nvSpPr>
          <p:cNvPr id="3" name="PlaceHolder 2"/>
          <p:cNvSpPr>
            <a:spLocks noGrp="1"/>
          </p:cNvSpPr>
          <p:nvPr>
            <p:ph type="body"/>
          </p:nvPr>
        </p:nvSpPr>
        <p:spPr>
          <a:xfrm>
            <a:off x="838080" y="1825560"/>
            <a:ext cx="10514160" cy="434988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40644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p>
          <a:p>
            <a:pPr marL="914400" lvl="1" indent="-3808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371600" lvl="2" indent="-3556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p>
        </p:txBody>
      </p:sp>
      <p:sp>
        <p:nvSpPr>
          <p:cNvPr id="4" name="PlaceHolder 3"/>
          <p:cNvSpPr>
            <a:spLocks noGrp="1"/>
          </p:cNvSpPr>
          <p:nvPr>
            <p:ph type="dt" idx="1"/>
          </p:nvPr>
        </p:nvSpPr>
        <p:spPr>
          <a:xfrm>
            <a:off x="914400" y="6400800"/>
            <a:ext cx="274176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p>
        </p:txBody>
      </p:sp>
      <p:sp>
        <p:nvSpPr>
          <p:cNvPr id="5" name="PlaceHolder 4"/>
          <p:cNvSpPr>
            <a:spLocks noGrp="1"/>
          </p:cNvSpPr>
          <p:nvPr>
            <p:ph type="ftr" idx="2"/>
          </p:nvPr>
        </p:nvSpPr>
        <p:spPr>
          <a:xfrm>
            <a:off x="4038480" y="6356520"/>
            <a:ext cx="411336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 name="PlaceHolder 5"/>
          <p:cNvSpPr>
            <a:spLocks noGrp="1"/>
          </p:cNvSpPr>
          <p:nvPr>
            <p:ph type="sldNum" idx="3"/>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C2391B0A-E403-4876-B35D-D5D2D9679E3A}" type="slidenum">
              <a:rPr lang="en-US" sz="1200" b="0" u="none" strike="noStrike">
                <a:solidFill>
                  <a:srgbClr val="888888"/>
                </a:solidFill>
                <a:effectLst/>
                <a:uFillTx/>
                <a:latin typeface="Calibri"/>
                <a:ea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itleAndTx" preserve="1">
  <p:cSld name="VERTICAL_TITLE_AND_VERTICAL_TEXT">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rot="5400000">
            <a:off x="7133760" y="1956240"/>
            <a:ext cx="5810400" cy="2627640"/>
          </a:xfrm>
          <a:prstGeom prst="rect">
            <a:avLst/>
          </a:prstGeom>
          <a:noFill/>
          <a:ln w="0">
            <a:noFill/>
          </a:ln>
        </p:spPr>
        <p:txBody>
          <a:bodyPr lIns="91440" tIns="45720" rIns="91440" bIns="45720" anchor="ctr">
            <a:no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p>
        </p:txBody>
      </p:sp>
      <p:sp>
        <p:nvSpPr>
          <p:cNvPr id="8" name="PlaceHolder 2"/>
          <p:cNvSpPr>
            <a:spLocks noGrp="1"/>
          </p:cNvSpPr>
          <p:nvPr>
            <p:ph type="body"/>
          </p:nvPr>
        </p:nvSpPr>
        <p:spPr>
          <a:xfrm rot="5400000">
            <a:off x="1799640" y="-596160"/>
            <a:ext cx="5810400" cy="773280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40644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p>
          <a:p>
            <a:pPr marL="914400" lvl="1" indent="-3808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371600" lvl="2" indent="-3556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p>
        </p:txBody>
      </p:sp>
      <p:sp>
        <p:nvSpPr>
          <p:cNvPr id="9" name="PlaceHolder 3"/>
          <p:cNvSpPr>
            <a:spLocks noGrp="1"/>
          </p:cNvSpPr>
          <p:nvPr>
            <p:ph type="dt" idx="4"/>
          </p:nvPr>
        </p:nvSpPr>
        <p:spPr>
          <a:xfrm>
            <a:off x="838080" y="6356520"/>
            <a:ext cx="274176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p>
        </p:txBody>
      </p:sp>
      <p:sp>
        <p:nvSpPr>
          <p:cNvPr id="10" name="PlaceHolder 4"/>
          <p:cNvSpPr>
            <a:spLocks noGrp="1"/>
          </p:cNvSpPr>
          <p:nvPr>
            <p:ph type="ftr" idx="5"/>
          </p:nvPr>
        </p:nvSpPr>
        <p:spPr>
          <a:xfrm>
            <a:off x="4038480" y="6356520"/>
            <a:ext cx="411336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1" name="PlaceHolder 5"/>
          <p:cNvSpPr>
            <a:spLocks noGrp="1"/>
          </p:cNvSpPr>
          <p:nvPr>
            <p:ph type="sldNum" idx="6"/>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ED0387EA-02A9-4E01-A5E6-B90CA9A7F005}" type="slidenum">
              <a:rPr lang="en-US" sz="1200" b="0" u="none" strike="noStrike">
                <a:solidFill>
                  <a:srgbClr val="888888"/>
                </a:solidFill>
                <a:effectLst/>
                <a:uFillTx/>
                <a:latin typeface="Calibri"/>
                <a:ea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31960" y="1709640"/>
            <a:ext cx="10514160" cy="2851200"/>
          </a:xfrm>
          <a:prstGeom prst="rect">
            <a:avLst/>
          </a:prstGeom>
          <a:noFill/>
          <a:ln w="0">
            <a:noFill/>
          </a:ln>
        </p:spPr>
        <p:txBody>
          <a:bodyPr lIns="91440" tIns="45720" rIns="91440" bIns="45720" anchor="b">
            <a:noAutofit/>
          </a:bodyPr>
          <a:lstStyle>
            <a:lvl1pPr indent="0" algn="l">
              <a:buNone/>
              <a:defRPr lang="en-US" sz="6000" b="0" u="none" strike="noStrike">
                <a:solidFill>
                  <a:srgbClr val="000000"/>
                </a:solidFill>
                <a:effectLst/>
                <a:uFillTx/>
                <a:latin typeface="Arial"/>
              </a:defRPr>
            </a:lvl1pPr>
          </a:lstStyle>
          <a:p>
            <a:pPr indent="0" algn="l">
              <a:buNone/>
            </a:pPr>
            <a:r>
              <a:rPr lang="en-US" sz="6000" b="0" u="none" strike="noStrike">
                <a:solidFill>
                  <a:srgbClr val="000000"/>
                </a:solidFill>
                <a:effectLst/>
                <a:uFillTx/>
                <a:latin typeface="Arial"/>
              </a:rPr>
              <a:t>Click to edit the title text format</a:t>
            </a:r>
          </a:p>
        </p:txBody>
      </p:sp>
      <p:sp>
        <p:nvSpPr>
          <p:cNvPr id="13" name="PlaceHolder 2"/>
          <p:cNvSpPr>
            <a:spLocks noGrp="1"/>
          </p:cNvSpPr>
          <p:nvPr>
            <p:ph type="body"/>
          </p:nvPr>
        </p:nvSpPr>
        <p:spPr>
          <a:xfrm>
            <a:off x="831960" y="4589640"/>
            <a:ext cx="10514160" cy="149868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2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4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p>
          <a:p>
            <a:pPr marL="914400" lvl="1" indent="-380880" algn="l">
              <a:spcBef>
                <a:spcPts val="1134"/>
              </a:spcBef>
              <a:buClr>
                <a:srgbClr val="000000"/>
              </a:buClr>
              <a:buSzPct val="75000"/>
              <a:buFont typeface="Symbol" charset="2"/>
              <a:buChar char=""/>
            </a:pPr>
            <a:r>
              <a:rPr lang="en-US" sz="2400" b="0" u="none" strike="noStrike">
                <a:solidFill>
                  <a:srgbClr val="000000"/>
                </a:solidFill>
                <a:effectLst/>
                <a:uFillTx/>
                <a:latin typeface="Arial"/>
              </a:rPr>
              <a:t>Second Outline Level</a:t>
            </a:r>
          </a:p>
          <a:p>
            <a:pPr marL="1371600" lvl="2" indent="-35568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828800" lvl="3" indent="-343080" algn="l">
              <a:spcBef>
                <a:spcPts val="567"/>
              </a:spcBef>
              <a:buClr>
                <a:srgbClr val="000000"/>
              </a:buClr>
              <a:buSzPct val="75000"/>
              <a:buFont typeface="Symbol" charset="2"/>
              <a:buChar char=""/>
            </a:pPr>
            <a:r>
              <a:rPr lang="en-US" sz="2400" b="0" u="none" strike="noStrike">
                <a:solidFill>
                  <a:srgbClr val="000000"/>
                </a:solidFill>
                <a:effectLst/>
                <a:uFillTx/>
                <a:latin typeface="Arial"/>
              </a:rPr>
              <a:t>Fourth Outline Level</a:t>
            </a:r>
          </a:p>
          <a:p>
            <a:pPr marL="2286000" lvl="4" indent="-34308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Fifth Outline Level</a:t>
            </a:r>
          </a:p>
          <a:p>
            <a:pPr marL="2743200" lvl="5" indent="-34308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Sixth Outline Level</a:t>
            </a:r>
          </a:p>
          <a:p>
            <a:pPr marL="3200400" lvl="6" indent="-34308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Seventh Outline Level</a:t>
            </a:r>
          </a:p>
        </p:txBody>
      </p:sp>
      <p:sp>
        <p:nvSpPr>
          <p:cNvPr id="14" name="PlaceHolder 3"/>
          <p:cNvSpPr>
            <a:spLocks noGrp="1"/>
          </p:cNvSpPr>
          <p:nvPr>
            <p:ph type="dt" idx="7"/>
          </p:nvPr>
        </p:nvSpPr>
        <p:spPr>
          <a:xfrm>
            <a:off x="838080" y="6356520"/>
            <a:ext cx="274176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p>
        </p:txBody>
      </p:sp>
      <p:sp>
        <p:nvSpPr>
          <p:cNvPr id="15" name="PlaceHolder 4"/>
          <p:cNvSpPr>
            <a:spLocks noGrp="1"/>
          </p:cNvSpPr>
          <p:nvPr>
            <p:ph type="ftr" idx="8"/>
          </p:nvPr>
        </p:nvSpPr>
        <p:spPr>
          <a:xfrm>
            <a:off x="4038480" y="6356520"/>
            <a:ext cx="411336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6" name="PlaceHolder 5"/>
          <p:cNvSpPr>
            <a:spLocks noGrp="1"/>
          </p:cNvSpPr>
          <p:nvPr>
            <p:ph type="sldNum" idx="9"/>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94BCFF06-3D0A-4491-A5EC-29F03768D59E}" type="slidenum">
              <a:rPr lang="en-US" sz="1200" b="0" u="none" strike="noStrike">
                <a:solidFill>
                  <a:srgbClr val="888888"/>
                </a:solidFill>
                <a:effectLst/>
                <a:uFillTx/>
                <a:latin typeface="Calibri"/>
                <a:ea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_OBJECTS">
    <p:bg>
      <p:bgPr>
        <a:solidFill>
          <a:srgbClr val="FFFFFF"/>
        </a:solidFill>
        <a:effectLst/>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p>
        </p:txBody>
      </p:sp>
      <p:sp>
        <p:nvSpPr>
          <p:cNvPr id="18" name="PlaceHolder 2"/>
          <p:cNvSpPr>
            <a:spLocks noGrp="1"/>
          </p:cNvSpPr>
          <p:nvPr>
            <p:ph type="body"/>
          </p:nvPr>
        </p:nvSpPr>
        <p:spPr>
          <a:xfrm>
            <a:off x="838080" y="1825560"/>
            <a:ext cx="5180040" cy="434988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40644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p>
          <a:p>
            <a:pPr marL="914400" lvl="1" indent="-3808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371600" lvl="2" indent="-3556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p>
        </p:txBody>
      </p:sp>
      <p:sp>
        <p:nvSpPr>
          <p:cNvPr id="19" name="PlaceHolder 3"/>
          <p:cNvSpPr>
            <a:spLocks noGrp="1"/>
          </p:cNvSpPr>
          <p:nvPr>
            <p:ph type="body"/>
          </p:nvPr>
        </p:nvSpPr>
        <p:spPr>
          <a:xfrm>
            <a:off x="6172200" y="1825560"/>
            <a:ext cx="5180040" cy="434988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40644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p>
          <a:p>
            <a:pPr marL="914400" lvl="1" indent="-3808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371600" lvl="2" indent="-3556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p>
        </p:txBody>
      </p:sp>
      <p:sp>
        <p:nvSpPr>
          <p:cNvPr id="20" name="PlaceHolder 4"/>
          <p:cNvSpPr>
            <a:spLocks noGrp="1"/>
          </p:cNvSpPr>
          <p:nvPr>
            <p:ph type="dt" idx="10"/>
          </p:nvPr>
        </p:nvSpPr>
        <p:spPr>
          <a:xfrm>
            <a:off x="838080" y="6356520"/>
            <a:ext cx="274176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p>
        </p:txBody>
      </p:sp>
      <p:sp>
        <p:nvSpPr>
          <p:cNvPr id="21" name="PlaceHolder 5"/>
          <p:cNvSpPr>
            <a:spLocks noGrp="1"/>
          </p:cNvSpPr>
          <p:nvPr>
            <p:ph type="ftr" idx="11"/>
          </p:nvPr>
        </p:nvSpPr>
        <p:spPr>
          <a:xfrm>
            <a:off x="4038480" y="6356520"/>
            <a:ext cx="411336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2" name="PlaceHolder 6"/>
          <p:cNvSpPr>
            <a:spLocks noGrp="1"/>
          </p:cNvSpPr>
          <p:nvPr>
            <p:ph type="sldNum" idx="12"/>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6AB508A1-68BF-4A26-91CE-83D1487865A0}" type="slidenum">
              <a:rPr lang="en-US" sz="1200" b="0" u="none" strike="noStrike">
                <a:solidFill>
                  <a:srgbClr val="888888"/>
                </a:solidFill>
                <a:effectLst/>
                <a:uFillTx/>
                <a:latin typeface="Calibri"/>
                <a:ea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9880" y="365040"/>
            <a:ext cx="10514160" cy="1324080"/>
          </a:xfrm>
          <a:prstGeom prst="rect">
            <a:avLst/>
          </a:prstGeom>
          <a:noFill/>
          <a:ln w="0">
            <a:noFill/>
          </a:ln>
        </p:spPr>
        <p:txBody>
          <a:bodyPr lIns="91440" tIns="45720" rIns="91440" bIns="45720" anchor="ctr">
            <a:no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p>
        </p:txBody>
      </p:sp>
      <p:sp>
        <p:nvSpPr>
          <p:cNvPr id="24" name="PlaceHolder 2"/>
          <p:cNvSpPr>
            <a:spLocks noGrp="1"/>
          </p:cNvSpPr>
          <p:nvPr>
            <p:ph type="body"/>
          </p:nvPr>
        </p:nvSpPr>
        <p:spPr>
          <a:xfrm>
            <a:off x="839880" y="1681200"/>
            <a:ext cx="5156280" cy="822600"/>
          </a:xfrm>
          <a:prstGeom prst="rect">
            <a:avLst/>
          </a:prstGeom>
          <a:noFill/>
          <a:ln w="0">
            <a:noFill/>
          </a:ln>
        </p:spPr>
        <p:txBody>
          <a:bodyPr lIns="91440" tIns="45720" rIns="91440" bIns="45720" anchor="b">
            <a:noAutofit/>
          </a:bodyPr>
          <a:lstStyle>
            <a:lvl1pPr algn="l">
              <a:spcBef>
                <a:spcPts val="1417"/>
              </a:spcBef>
              <a:buClr>
                <a:srgbClr val="000000"/>
              </a:buClr>
              <a:buSzPct val="45000"/>
              <a:buFont typeface="Wingdings" charset="2"/>
              <a:buChar char=""/>
              <a:defRPr lang="en-US" sz="2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4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p>
          <a:p>
            <a:pPr marL="914400" lvl="1" indent="-380880" algn="l">
              <a:spcBef>
                <a:spcPts val="1134"/>
              </a:spcBef>
              <a:buClr>
                <a:srgbClr val="000000"/>
              </a:buClr>
              <a:buSzPct val="75000"/>
              <a:buFont typeface="Symbol" charset="2"/>
              <a:buChar char=""/>
            </a:pPr>
            <a:r>
              <a:rPr lang="en-US" sz="2400" b="0" u="none" strike="noStrike">
                <a:solidFill>
                  <a:srgbClr val="000000"/>
                </a:solidFill>
                <a:effectLst/>
                <a:uFillTx/>
                <a:latin typeface="Arial"/>
              </a:rPr>
              <a:t>Second Outline Level</a:t>
            </a:r>
          </a:p>
          <a:p>
            <a:pPr marL="1371600" lvl="2" indent="-35568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828800" lvl="3" indent="-343080" algn="l">
              <a:spcBef>
                <a:spcPts val="567"/>
              </a:spcBef>
              <a:buClr>
                <a:srgbClr val="000000"/>
              </a:buClr>
              <a:buSzPct val="75000"/>
              <a:buFont typeface="Symbol" charset="2"/>
              <a:buChar char=""/>
            </a:pPr>
            <a:r>
              <a:rPr lang="en-US" sz="2400" b="0" u="none" strike="noStrike">
                <a:solidFill>
                  <a:srgbClr val="000000"/>
                </a:solidFill>
                <a:effectLst/>
                <a:uFillTx/>
                <a:latin typeface="Arial"/>
              </a:rPr>
              <a:t>Fourth Outline Level</a:t>
            </a:r>
          </a:p>
          <a:p>
            <a:pPr marL="2286000" lvl="4" indent="-34308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Fifth Outline Level</a:t>
            </a:r>
          </a:p>
          <a:p>
            <a:pPr marL="2743200" lvl="5" indent="-34308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Sixth Outline Level</a:t>
            </a:r>
          </a:p>
          <a:p>
            <a:pPr marL="3200400" lvl="6" indent="-34308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Seventh Outline Level</a:t>
            </a:r>
          </a:p>
        </p:txBody>
      </p:sp>
      <p:sp>
        <p:nvSpPr>
          <p:cNvPr id="25" name="PlaceHolder 3"/>
          <p:cNvSpPr>
            <a:spLocks noGrp="1"/>
          </p:cNvSpPr>
          <p:nvPr>
            <p:ph type="body"/>
          </p:nvPr>
        </p:nvSpPr>
        <p:spPr>
          <a:xfrm>
            <a:off x="839880" y="2505240"/>
            <a:ext cx="5156280" cy="368316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40644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p>
          <a:p>
            <a:pPr marL="914400" lvl="1" indent="-3808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371600" lvl="2" indent="-3556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p>
        </p:txBody>
      </p:sp>
      <p:sp>
        <p:nvSpPr>
          <p:cNvPr id="26" name="PlaceHolder 4"/>
          <p:cNvSpPr>
            <a:spLocks noGrp="1"/>
          </p:cNvSpPr>
          <p:nvPr>
            <p:ph type="body"/>
          </p:nvPr>
        </p:nvSpPr>
        <p:spPr>
          <a:xfrm>
            <a:off x="6172200" y="1681200"/>
            <a:ext cx="5181840" cy="822600"/>
          </a:xfrm>
          <a:prstGeom prst="rect">
            <a:avLst/>
          </a:prstGeom>
          <a:noFill/>
          <a:ln w="0">
            <a:noFill/>
          </a:ln>
        </p:spPr>
        <p:txBody>
          <a:bodyPr lIns="91440" tIns="45720" rIns="91440" bIns="45720" anchor="b">
            <a:noAutofit/>
          </a:bodyPr>
          <a:lstStyle>
            <a:lvl1pPr algn="l">
              <a:spcBef>
                <a:spcPts val="1417"/>
              </a:spcBef>
              <a:buClr>
                <a:srgbClr val="000000"/>
              </a:buClr>
              <a:buSzPct val="45000"/>
              <a:buFont typeface="Wingdings" charset="2"/>
              <a:buChar char=""/>
              <a:defRPr lang="en-US" sz="2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4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p>
          <a:p>
            <a:pPr marL="914400" lvl="1" indent="-380880" algn="l">
              <a:spcBef>
                <a:spcPts val="1134"/>
              </a:spcBef>
              <a:buClr>
                <a:srgbClr val="000000"/>
              </a:buClr>
              <a:buSzPct val="75000"/>
              <a:buFont typeface="Symbol" charset="2"/>
              <a:buChar char=""/>
            </a:pPr>
            <a:r>
              <a:rPr lang="en-US" sz="2400" b="0" u="none" strike="noStrike">
                <a:solidFill>
                  <a:srgbClr val="000000"/>
                </a:solidFill>
                <a:effectLst/>
                <a:uFillTx/>
                <a:latin typeface="Arial"/>
              </a:rPr>
              <a:t>Second Outline Level</a:t>
            </a:r>
          </a:p>
          <a:p>
            <a:pPr marL="1371600" lvl="2" indent="-35568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828800" lvl="3" indent="-343080" algn="l">
              <a:spcBef>
                <a:spcPts val="567"/>
              </a:spcBef>
              <a:buClr>
                <a:srgbClr val="000000"/>
              </a:buClr>
              <a:buSzPct val="75000"/>
              <a:buFont typeface="Symbol" charset="2"/>
              <a:buChar char=""/>
            </a:pPr>
            <a:r>
              <a:rPr lang="en-US" sz="2400" b="0" u="none" strike="noStrike">
                <a:solidFill>
                  <a:srgbClr val="000000"/>
                </a:solidFill>
                <a:effectLst/>
                <a:uFillTx/>
                <a:latin typeface="Arial"/>
              </a:rPr>
              <a:t>Fourth Outline Level</a:t>
            </a:r>
          </a:p>
          <a:p>
            <a:pPr marL="2286000" lvl="4" indent="-34308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Fifth Outline Level</a:t>
            </a:r>
          </a:p>
          <a:p>
            <a:pPr marL="2743200" lvl="5" indent="-34308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Sixth Outline Level</a:t>
            </a:r>
          </a:p>
          <a:p>
            <a:pPr marL="3200400" lvl="6" indent="-34308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Seventh Outline Level</a:t>
            </a:r>
          </a:p>
        </p:txBody>
      </p:sp>
      <p:sp>
        <p:nvSpPr>
          <p:cNvPr id="27" name="PlaceHolder 5"/>
          <p:cNvSpPr>
            <a:spLocks noGrp="1"/>
          </p:cNvSpPr>
          <p:nvPr>
            <p:ph type="body"/>
          </p:nvPr>
        </p:nvSpPr>
        <p:spPr>
          <a:xfrm>
            <a:off x="6172200" y="2505240"/>
            <a:ext cx="5181840" cy="368316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40644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p>
          <a:p>
            <a:pPr marL="914400" lvl="1" indent="-3808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371600" lvl="2" indent="-3556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p>
        </p:txBody>
      </p:sp>
      <p:sp>
        <p:nvSpPr>
          <p:cNvPr id="28" name="PlaceHolder 6"/>
          <p:cNvSpPr>
            <a:spLocks noGrp="1"/>
          </p:cNvSpPr>
          <p:nvPr>
            <p:ph type="dt" idx="13"/>
          </p:nvPr>
        </p:nvSpPr>
        <p:spPr>
          <a:xfrm>
            <a:off x="838080" y="6356520"/>
            <a:ext cx="274176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p>
        </p:txBody>
      </p:sp>
      <p:sp>
        <p:nvSpPr>
          <p:cNvPr id="29" name="PlaceHolder 7"/>
          <p:cNvSpPr>
            <a:spLocks noGrp="1"/>
          </p:cNvSpPr>
          <p:nvPr>
            <p:ph type="ftr" idx="14"/>
          </p:nvPr>
        </p:nvSpPr>
        <p:spPr>
          <a:xfrm>
            <a:off x="4038480" y="6356520"/>
            <a:ext cx="411336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0" name="PlaceHolder 8"/>
          <p:cNvSpPr>
            <a:spLocks noGrp="1"/>
          </p:cNvSpPr>
          <p:nvPr>
            <p:ph type="sldNum" idx="15"/>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AA04A051-AA35-40DB-800B-D585437DB846}" type="slidenum">
              <a:rPr lang="en-US" sz="1200" b="0" u="none" strike="noStrike">
                <a:solidFill>
                  <a:srgbClr val="888888"/>
                </a:solidFill>
                <a:effectLst/>
                <a:uFillTx/>
                <a:latin typeface="Calibri"/>
                <a:ea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rgbClr val="FFFFFF"/>
        </a:solidFill>
        <a:effectLst/>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p>
        </p:txBody>
      </p:sp>
      <p:sp>
        <p:nvSpPr>
          <p:cNvPr id="32" name="PlaceHolder 2"/>
          <p:cNvSpPr>
            <a:spLocks noGrp="1"/>
          </p:cNvSpPr>
          <p:nvPr>
            <p:ph type="dt" idx="16"/>
          </p:nvPr>
        </p:nvSpPr>
        <p:spPr>
          <a:xfrm>
            <a:off x="838080" y="6356520"/>
            <a:ext cx="274176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p>
        </p:txBody>
      </p:sp>
      <p:sp>
        <p:nvSpPr>
          <p:cNvPr id="33" name="PlaceHolder 3"/>
          <p:cNvSpPr>
            <a:spLocks noGrp="1"/>
          </p:cNvSpPr>
          <p:nvPr>
            <p:ph type="ftr" idx="17"/>
          </p:nvPr>
        </p:nvSpPr>
        <p:spPr>
          <a:xfrm>
            <a:off x="4038480" y="6356520"/>
            <a:ext cx="411336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4" name="PlaceHolder 4"/>
          <p:cNvSpPr>
            <a:spLocks noGrp="1"/>
          </p:cNvSpPr>
          <p:nvPr>
            <p:ph type="sldNum" idx="18"/>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51C0A214-8828-41CB-BE30-C0F2F81F5BF6}" type="slidenum">
              <a:rPr lang="en-US" sz="1200" b="0" u="none" strike="noStrike">
                <a:solidFill>
                  <a:srgbClr val="888888"/>
                </a:solidFill>
                <a:effectLst/>
                <a:uFillTx/>
                <a:latin typeface="Calibri"/>
                <a:ea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35" name="PlaceHolder 1"/>
          <p:cNvSpPr>
            <a:spLocks noGrp="1"/>
          </p:cNvSpPr>
          <p:nvPr>
            <p:ph type="dt" idx="19"/>
          </p:nvPr>
        </p:nvSpPr>
        <p:spPr>
          <a:xfrm>
            <a:off x="838080" y="6356520"/>
            <a:ext cx="274176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p>
        </p:txBody>
      </p:sp>
      <p:sp>
        <p:nvSpPr>
          <p:cNvPr id="36" name="PlaceHolder 2"/>
          <p:cNvSpPr>
            <a:spLocks noGrp="1"/>
          </p:cNvSpPr>
          <p:nvPr>
            <p:ph type="ftr" idx="20"/>
          </p:nvPr>
        </p:nvSpPr>
        <p:spPr>
          <a:xfrm>
            <a:off x="4038480" y="6356520"/>
            <a:ext cx="411336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7" name="PlaceHolder 3"/>
          <p:cNvSpPr>
            <a:spLocks noGrp="1"/>
          </p:cNvSpPr>
          <p:nvPr>
            <p:ph type="sldNum" idx="21"/>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3AF96751-1A6A-4044-9E1A-FF72A0A67F40}" type="slidenum">
              <a:rPr lang="en-US" sz="1200" b="0" u="none" strike="noStrike">
                <a:solidFill>
                  <a:srgbClr val="888888"/>
                </a:solidFill>
                <a:effectLst/>
                <a:uFillTx/>
                <a:latin typeface="Calibri"/>
                <a:ea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9880" y="457200"/>
            <a:ext cx="3930840" cy="1598760"/>
          </a:xfrm>
          <a:prstGeom prst="rect">
            <a:avLst/>
          </a:prstGeom>
          <a:noFill/>
          <a:ln w="0">
            <a:noFill/>
          </a:ln>
        </p:spPr>
        <p:txBody>
          <a:bodyPr lIns="91440" tIns="45720" rIns="91440" bIns="45720" anchor="b">
            <a:noAutofit/>
          </a:bodyPr>
          <a:lstStyle>
            <a:lvl1pPr indent="0" algn="l">
              <a:buNone/>
              <a:defRPr lang="en-US" sz="3200" b="0" u="none" strike="noStrike">
                <a:solidFill>
                  <a:srgbClr val="000000"/>
                </a:solidFill>
                <a:effectLst/>
                <a:uFillTx/>
                <a:latin typeface="Arial"/>
              </a:defRPr>
            </a:lvl1pPr>
          </a:lstStyle>
          <a:p>
            <a:pPr indent="0" algn="l">
              <a:buNone/>
            </a:pPr>
            <a:r>
              <a:rPr lang="en-US" sz="3200" b="0" u="none" strike="noStrike">
                <a:solidFill>
                  <a:srgbClr val="000000"/>
                </a:solidFill>
                <a:effectLst/>
                <a:uFillTx/>
                <a:latin typeface="Arial"/>
              </a:rPr>
              <a:t>Click to edit the title text format</a:t>
            </a:r>
          </a:p>
        </p:txBody>
      </p:sp>
      <p:sp>
        <p:nvSpPr>
          <p:cNvPr id="39" name="PlaceHolder 2"/>
          <p:cNvSpPr>
            <a:spLocks noGrp="1"/>
          </p:cNvSpPr>
          <p:nvPr>
            <p:ph type="body"/>
          </p:nvPr>
        </p:nvSpPr>
        <p:spPr>
          <a:xfrm>
            <a:off x="5183280" y="987480"/>
            <a:ext cx="6170760" cy="487224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32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32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32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32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32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3200" b="0" u="none" strike="noStrike">
                <a:solidFill>
                  <a:srgbClr val="000000"/>
                </a:solidFill>
                <a:effectLst/>
                <a:uFillTx/>
                <a:latin typeface="Arial"/>
              </a:defRPr>
            </a:lvl7pPr>
          </a:lstStyle>
          <a:p>
            <a:pPr marL="457200" indent="-43164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914400" lvl="1" indent="-406440" algn="l">
              <a:spcBef>
                <a:spcPts val="1134"/>
              </a:spcBef>
              <a:buClr>
                <a:srgbClr val="000000"/>
              </a:buClr>
              <a:buSzPct val="75000"/>
              <a:buFont typeface="Symbol" charset="2"/>
              <a:buChar char=""/>
            </a:pPr>
            <a:r>
              <a:rPr lang="en-US" sz="3200" b="0" u="none" strike="noStrike">
                <a:solidFill>
                  <a:srgbClr val="000000"/>
                </a:solidFill>
                <a:effectLst/>
                <a:uFillTx/>
                <a:latin typeface="Arial"/>
              </a:rPr>
              <a:t>Second Outline Level</a:t>
            </a:r>
          </a:p>
          <a:p>
            <a:pPr marL="1371600" lvl="2" indent="-380880" algn="l">
              <a:spcBef>
                <a:spcPts val="850"/>
              </a:spcBef>
              <a:buClr>
                <a:srgbClr val="000000"/>
              </a:buClr>
              <a:buSzPct val="45000"/>
              <a:buFont typeface="Wingdings" charset="2"/>
              <a:buChar char=""/>
            </a:pPr>
            <a:r>
              <a:rPr lang="en-US" sz="3200" b="0" u="none" strike="noStrike">
                <a:solidFill>
                  <a:srgbClr val="000000"/>
                </a:solidFill>
                <a:effectLst/>
                <a:uFillTx/>
                <a:latin typeface="Arial"/>
              </a:rPr>
              <a:t>Third Outline Level</a:t>
            </a:r>
          </a:p>
          <a:p>
            <a:pPr marL="1828800" lvl="3" indent="-355680" algn="l">
              <a:spcBef>
                <a:spcPts val="567"/>
              </a:spcBef>
              <a:buClr>
                <a:srgbClr val="000000"/>
              </a:buClr>
              <a:buSzPct val="75000"/>
              <a:buFont typeface="Symbol" charset="2"/>
              <a:buChar char=""/>
            </a:pPr>
            <a:r>
              <a:rPr lang="en-US" sz="3200" b="0" u="none" strike="noStrike">
                <a:solidFill>
                  <a:srgbClr val="000000"/>
                </a:solidFill>
                <a:effectLst/>
                <a:uFillTx/>
                <a:latin typeface="Arial"/>
              </a:rPr>
              <a:t>Fourth Outline Level</a:t>
            </a:r>
          </a:p>
          <a:p>
            <a:pPr marL="2286000" lvl="4" indent="-35568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Fifth Outline Level</a:t>
            </a:r>
          </a:p>
          <a:p>
            <a:pPr marL="2743200" lvl="5" indent="-34308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Sixth Outline Level</a:t>
            </a:r>
          </a:p>
          <a:p>
            <a:pPr marL="3200400" lvl="6" indent="-34308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Seventh Outline Level</a:t>
            </a:r>
          </a:p>
        </p:txBody>
      </p:sp>
      <p:sp>
        <p:nvSpPr>
          <p:cNvPr id="40" name="PlaceHolder 3"/>
          <p:cNvSpPr>
            <a:spLocks noGrp="1"/>
          </p:cNvSpPr>
          <p:nvPr>
            <p:ph type="body"/>
          </p:nvPr>
        </p:nvSpPr>
        <p:spPr>
          <a:xfrm>
            <a:off x="839880" y="2057400"/>
            <a:ext cx="3930840" cy="381024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16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6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6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6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6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6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6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US" sz="1600" b="0" u="none" strike="noStrike">
                <a:solidFill>
                  <a:srgbClr val="000000"/>
                </a:solidFill>
                <a:effectLst/>
                <a:uFillTx/>
                <a:latin typeface="Arial"/>
              </a:rPr>
              <a:t>Click to edit the outline text format</a:t>
            </a:r>
          </a:p>
          <a:p>
            <a:pPr marL="914400" lvl="1" indent="-380880" algn="l">
              <a:spcBef>
                <a:spcPts val="1134"/>
              </a:spcBef>
              <a:buClr>
                <a:srgbClr val="000000"/>
              </a:buClr>
              <a:buSzPct val="75000"/>
              <a:buFont typeface="Symbol" charset="2"/>
              <a:buChar char=""/>
            </a:pPr>
            <a:r>
              <a:rPr lang="en-US" sz="1600" b="0" u="none" strike="noStrike">
                <a:solidFill>
                  <a:srgbClr val="000000"/>
                </a:solidFill>
                <a:effectLst/>
                <a:uFillTx/>
                <a:latin typeface="Arial"/>
              </a:rPr>
              <a:t>Second Outline Level</a:t>
            </a:r>
          </a:p>
          <a:p>
            <a:pPr marL="1371600" lvl="2" indent="-355680" algn="l">
              <a:spcBef>
                <a:spcPts val="850"/>
              </a:spcBef>
              <a:buClr>
                <a:srgbClr val="000000"/>
              </a:buClr>
              <a:buSzPct val="45000"/>
              <a:buFont typeface="Wingdings" charset="2"/>
              <a:buChar char=""/>
            </a:pPr>
            <a:r>
              <a:rPr lang="en-US" sz="1600" b="0" u="none" strike="noStrike">
                <a:solidFill>
                  <a:srgbClr val="000000"/>
                </a:solidFill>
                <a:effectLst/>
                <a:uFillTx/>
                <a:latin typeface="Arial"/>
              </a:rPr>
              <a:t>Third Outline Level</a:t>
            </a:r>
          </a:p>
          <a:p>
            <a:pPr marL="1828800" lvl="3" indent="-343080" algn="l">
              <a:spcBef>
                <a:spcPts val="567"/>
              </a:spcBef>
              <a:buClr>
                <a:srgbClr val="000000"/>
              </a:buClr>
              <a:buSzPct val="75000"/>
              <a:buFont typeface="Symbol" charset="2"/>
              <a:buChar char=""/>
            </a:pPr>
            <a:r>
              <a:rPr lang="en-US" sz="1600" b="0" u="none" strike="noStrike">
                <a:solidFill>
                  <a:srgbClr val="000000"/>
                </a:solidFill>
                <a:effectLst/>
                <a:uFillTx/>
                <a:latin typeface="Arial"/>
              </a:rPr>
              <a:t>Fourth Outline Level</a:t>
            </a:r>
          </a:p>
          <a:p>
            <a:pPr marL="2286000" lvl="4" indent="-34308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Fifth Outline Level</a:t>
            </a:r>
          </a:p>
          <a:p>
            <a:pPr marL="2743200" lvl="5" indent="-34308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Sixth Outline Level</a:t>
            </a:r>
          </a:p>
          <a:p>
            <a:pPr marL="3200400" lvl="6" indent="-34308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Seventh Outline Level</a:t>
            </a:r>
          </a:p>
        </p:txBody>
      </p:sp>
      <p:sp>
        <p:nvSpPr>
          <p:cNvPr id="41" name="PlaceHolder 4"/>
          <p:cNvSpPr>
            <a:spLocks noGrp="1"/>
          </p:cNvSpPr>
          <p:nvPr>
            <p:ph type="dt" idx="22"/>
          </p:nvPr>
        </p:nvSpPr>
        <p:spPr>
          <a:xfrm>
            <a:off x="838080" y="6356520"/>
            <a:ext cx="274176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p>
        </p:txBody>
      </p:sp>
      <p:sp>
        <p:nvSpPr>
          <p:cNvPr id="42" name="PlaceHolder 5"/>
          <p:cNvSpPr>
            <a:spLocks noGrp="1"/>
          </p:cNvSpPr>
          <p:nvPr>
            <p:ph type="ftr" idx="23"/>
          </p:nvPr>
        </p:nvSpPr>
        <p:spPr>
          <a:xfrm>
            <a:off x="4038480" y="6356520"/>
            <a:ext cx="411336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3" name="PlaceHolder 6"/>
          <p:cNvSpPr>
            <a:spLocks noGrp="1"/>
          </p:cNvSpPr>
          <p:nvPr>
            <p:ph type="sldNum" idx="24"/>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19D73040-5DEC-4787-8FC2-7B9FB887D69A}" type="slidenum">
              <a:rPr lang="en-US" sz="1200" b="0" u="none" strike="noStrike">
                <a:solidFill>
                  <a:srgbClr val="888888"/>
                </a:solidFill>
                <a:effectLst/>
                <a:uFillTx/>
                <a:latin typeface="Calibri"/>
                <a:ea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839880" y="457200"/>
            <a:ext cx="3930840" cy="1598760"/>
          </a:xfrm>
          <a:prstGeom prst="rect">
            <a:avLst/>
          </a:prstGeom>
          <a:noFill/>
          <a:ln w="0">
            <a:noFill/>
          </a:ln>
        </p:spPr>
        <p:txBody>
          <a:bodyPr lIns="91440" tIns="45720" rIns="91440" bIns="45720" anchor="b">
            <a:noAutofit/>
          </a:bodyPr>
          <a:lstStyle>
            <a:lvl1pPr indent="0" algn="l">
              <a:buNone/>
              <a:defRPr lang="en-US" sz="3200" b="0" u="none" strike="noStrike">
                <a:solidFill>
                  <a:srgbClr val="000000"/>
                </a:solidFill>
                <a:effectLst/>
                <a:uFillTx/>
                <a:latin typeface="Arial"/>
              </a:defRPr>
            </a:lvl1pPr>
          </a:lstStyle>
          <a:p>
            <a:pPr indent="0" algn="l">
              <a:buNone/>
            </a:pPr>
            <a:r>
              <a:rPr lang="en-US" sz="3200" b="0" u="none" strike="noStrike">
                <a:solidFill>
                  <a:srgbClr val="000000"/>
                </a:solidFill>
                <a:effectLst/>
                <a:uFillTx/>
                <a:latin typeface="Arial"/>
              </a:rPr>
              <a:t>Click to edit the title text format</a:t>
            </a:r>
          </a:p>
        </p:txBody>
      </p:sp>
      <p:sp>
        <p:nvSpPr>
          <p:cNvPr id="45" name="PlaceHolder 2"/>
          <p:cNvSpPr>
            <a:spLocks noGrp="1"/>
          </p:cNvSpPr>
          <p:nvPr>
            <p:ph type="body"/>
          </p:nvPr>
        </p:nvSpPr>
        <p:spPr>
          <a:xfrm>
            <a:off x="5183280" y="987480"/>
            <a:ext cx="6170760" cy="4872240"/>
          </a:xfrm>
          <a:prstGeom prst="rect">
            <a:avLst/>
          </a:prstGeom>
          <a:noFill/>
          <a:ln w="0">
            <a:noFill/>
          </a:ln>
        </p:spPr>
        <p:txBody>
          <a:bodyPr lIns="90000" tIns="45000" rIns="90000" bIns="45000" anchor="t">
            <a:no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32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32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32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32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32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3200" b="0" u="none" strike="noStrike">
                <a:solidFill>
                  <a:srgbClr val="000000"/>
                </a:solidFill>
                <a:effectLst/>
                <a:uFillTx/>
                <a:latin typeface="Arial"/>
              </a:defRPr>
            </a:lvl7pPr>
          </a:lstStyle>
          <a:p>
            <a:pPr marL="457200" indent="-43164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914400" lvl="1" indent="-380880" algn="l">
              <a:spcBef>
                <a:spcPts val="1134"/>
              </a:spcBef>
              <a:buClr>
                <a:srgbClr val="000000"/>
              </a:buClr>
              <a:buSzPct val="75000"/>
              <a:buFont typeface="Symbol" charset="2"/>
              <a:buChar char=""/>
            </a:pPr>
            <a:r>
              <a:rPr lang="en-US" sz="3200" b="0" u="none" strike="noStrike">
                <a:solidFill>
                  <a:srgbClr val="000000"/>
                </a:solidFill>
                <a:effectLst/>
                <a:uFillTx/>
                <a:latin typeface="Arial"/>
              </a:rPr>
              <a:t>Second Outline Level</a:t>
            </a:r>
          </a:p>
          <a:p>
            <a:pPr marL="1371600" lvl="2" indent="-320040" algn="l">
              <a:spcBef>
                <a:spcPts val="850"/>
              </a:spcBef>
              <a:buClr>
                <a:srgbClr val="000000"/>
              </a:buClr>
              <a:buSzPct val="45000"/>
              <a:buFont typeface="Wingdings" charset="2"/>
              <a:buChar char=""/>
            </a:pPr>
            <a:r>
              <a:rPr lang="en-US" sz="3200" b="0" u="none" strike="noStrike">
                <a:solidFill>
                  <a:srgbClr val="000000"/>
                </a:solidFill>
                <a:effectLst/>
                <a:uFillTx/>
                <a:latin typeface="Arial"/>
              </a:rPr>
              <a:t>Third Outline Level</a:t>
            </a:r>
          </a:p>
          <a:p>
            <a:pPr marL="1828800" lvl="3" indent="-380880" algn="l">
              <a:spcBef>
                <a:spcPts val="567"/>
              </a:spcBef>
              <a:buClr>
                <a:srgbClr val="000000"/>
              </a:buClr>
              <a:buSzPct val="75000"/>
              <a:buFont typeface="Symbol" charset="2"/>
              <a:buChar char=""/>
            </a:pPr>
            <a:r>
              <a:rPr lang="en-US" sz="3200" b="0" u="none" strike="noStrike">
                <a:solidFill>
                  <a:srgbClr val="000000"/>
                </a:solidFill>
                <a:effectLst/>
                <a:uFillTx/>
                <a:latin typeface="Arial"/>
              </a:rPr>
              <a:t>Fourth Outline Level</a:t>
            </a:r>
          </a:p>
          <a:p>
            <a:pPr marL="2286000" lvl="4" indent="-32004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Fifth Outline Level</a:t>
            </a:r>
          </a:p>
          <a:p>
            <a:pPr marL="2743200" lvl="5" indent="-32004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Sixth Outline Level</a:t>
            </a:r>
          </a:p>
          <a:p>
            <a:pPr marL="3200400" lvl="6" indent="-32004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Seventh Outline Level</a:t>
            </a:r>
          </a:p>
        </p:txBody>
      </p:sp>
      <p:sp>
        <p:nvSpPr>
          <p:cNvPr id="46" name="PlaceHolder 3"/>
          <p:cNvSpPr>
            <a:spLocks noGrp="1"/>
          </p:cNvSpPr>
          <p:nvPr>
            <p:ph type="body"/>
          </p:nvPr>
        </p:nvSpPr>
        <p:spPr>
          <a:xfrm>
            <a:off x="839880" y="2057400"/>
            <a:ext cx="3930840" cy="381024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16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6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6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6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6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6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6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US" sz="1600" b="0" u="none" strike="noStrike">
                <a:solidFill>
                  <a:srgbClr val="000000"/>
                </a:solidFill>
                <a:effectLst/>
                <a:uFillTx/>
                <a:latin typeface="Arial"/>
              </a:rPr>
              <a:t>Click to edit the outline text format</a:t>
            </a:r>
          </a:p>
          <a:p>
            <a:pPr marL="914400" lvl="1" indent="-380880" algn="l">
              <a:spcBef>
                <a:spcPts val="1134"/>
              </a:spcBef>
              <a:buClr>
                <a:srgbClr val="000000"/>
              </a:buClr>
              <a:buSzPct val="75000"/>
              <a:buFont typeface="Symbol" charset="2"/>
              <a:buChar char=""/>
            </a:pPr>
            <a:r>
              <a:rPr lang="en-US" sz="1600" b="0" u="none" strike="noStrike">
                <a:solidFill>
                  <a:srgbClr val="000000"/>
                </a:solidFill>
                <a:effectLst/>
                <a:uFillTx/>
                <a:latin typeface="Arial"/>
              </a:rPr>
              <a:t>Second Outline Level</a:t>
            </a:r>
          </a:p>
          <a:p>
            <a:pPr marL="1371600" lvl="2" indent="-355680" algn="l">
              <a:spcBef>
                <a:spcPts val="850"/>
              </a:spcBef>
              <a:buClr>
                <a:srgbClr val="000000"/>
              </a:buClr>
              <a:buSzPct val="45000"/>
              <a:buFont typeface="Wingdings" charset="2"/>
              <a:buChar char=""/>
            </a:pPr>
            <a:r>
              <a:rPr lang="en-US" sz="1600" b="0" u="none" strike="noStrike">
                <a:solidFill>
                  <a:srgbClr val="000000"/>
                </a:solidFill>
                <a:effectLst/>
                <a:uFillTx/>
                <a:latin typeface="Arial"/>
              </a:rPr>
              <a:t>Third Outline Level</a:t>
            </a:r>
          </a:p>
          <a:p>
            <a:pPr marL="1828800" lvl="3" indent="-343080" algn="l">
              <a:spcBef>
                <a:spcPts val="567"/>
              </a:spcBef>
              <a:buClr>
                <a:srgbClr val="000000"/>
              </a:buClr>
              <a:buSzPct val="75000"/>
              <a:buFont typeface="Symbol" charset="2"/>
              <a:buChar char=""/>
            </a:pPr>
            <a:r>
              <a:rPr lang="en-US" sz="1600" b="0" u="none" strike="noStrike">
                <a:solidFill>
                  <a:srgbClr val="000000"/>
                </a:solidFill>
                <a:effectLst/>
                <a:uFillTx/>
                <a:latin typeface="Arial"/>
              </a:rPr>
              <a:t>Fourth Outline Level</a:t>
            </a:r>
          </a:p>
          <a:p>
            <a:pPr marL="2286000" lvl="4" indent="-34308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Fifth Outline Level</a:t>
            </a:r>
          </a:p>
          <a:p>
            <a:pPr marL="2743200" lvl="5" indent="-34308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Sixth Outline Level</a:t>
            </a:r>
          </a:p>
          <a:p>
            <a:pPr marL="3200400" lvl="6" indent="-34308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Seventh Outline Level</a:t>
            </a:r>
          </a:p>
        </p:txBody>
      </p:sp>
      <p:sp>
        <p:nvSpPr>
          <p:cNvPr id="47" name="PlaceHolder 4"/>
          <p:cNvSpPr>
            <a:spLocks noGrp="1"/>
          </p:cNvSpPr>
          <p:nvPr>
            <p:ph type="dt" idx="25"/>
          </p:nvPr>
        </p:nvSpPr>
        <p:spPr>
          <a:xfrm>
            <a:off x="838080" y="6356520"/>
            <a:ext cx="274176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p>
        </p:txBody>
      </p:sp>
      <p:sp>
        <p:nvSpPr>
          <p:cNvPr id="48" name="PlaceHolder 5"/>
          <p:cNvSpPr>
            <a:spLocks noGrp="1"/>
          </p:cNvSpPr>
          <p:nvPr>
            <p:ph type="ftr" idx="26"/>
          </p:nvPr>
        </p:nvSpPr>
        <p:spPr>
          <a:xfrm>
            <a:off x="4038480" y="6356520"/>
            <a:ext cx="411336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9" name="PlaceHolder 6"/>
          <p:cNvSpPr>
            <a:spLocks noGrp="1"/>
          </p:cNvSpPr>
          <p:nvPr>
            <p:ph type="sldNum" idx="27"/>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FC1A39E0-3274-4418-948D-79086F05609A}" type="slidenum">
              <a:rPr lang="en-US" sz="1200" b="0" u="none" strike="noStrike">
                <a:solidFill>
                  <a:srgbClr val="888888"/>
                </a:solidFill>
                <a:effectLst/>
                <a:uFillTx/>
                <a:latin typeface="Calibri"/>
                <a:ea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p:bg>
      <p:bgPr>
        <a:solidFill>
          <a:srgbClr val="FFFFFF"/>
        </a:solidFill>
        <a:effectLst/>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1523880" y="1122480"/>
            <a:ext cx="9142560" cy="2386080"/>
          </a:xfrm>
          <a:prstGeom prst="rect">
            <a:avLst/>
          </a:prstGeom>
          <a:noFill/>
          <a:ln w="0">
            <a:noFill/>
          </a:ln>
        </p:spPr>
        <p:txBody>
          <a:bodyPr lIns="91440" tIns="45720" rIns="91440" bIns="45720" anchor="b">
            <a:noAutofit/>
          </a:bodyPr>
          <a:lstStyle>
            <a:lvl1pPr indent="0" algn="l">
              <a:buNone/>
              <a:defRPr lang="en-US" sz="6000" b="0" u="none" strike="noStrike">
                <a:solidFill>
                  <a:srgbClr val="000000"/>
                </a:solidFill>
                <a:effectLst/>
                <a:uFillTx/>
                <a:latin typeface="Arial"/>
              </a:defRPr>
            </a:lvl1pPr>
          </a:lstStyle>
          <a:p>
            <a:pPr indent="0" algn="l">
              <a:buNone/>
            </a:pPr>
            <a:r>
              <a:rPr lang="en-US" sz="6000" b="0" u="none" strike="noStrike">
                <a:solidFill>
                  <a:srgbClr val="000000"/>
                </a:solidFill>
                <a:effectLst/>
                <a:uFillTx/>
                <a:latin typeface="Arial"/>
              </a:rPr>
              <a:t>Click to edit the title text format</a:t>
            </a:r>
          </a:p>
        </p:txBody>
      </p:sp>
      <p:sp>
        <p:nvSpPr>
          <p:cNvPr id="51" name="PlaceHolder 2"/>
          <p:cNvSpPr>
            <a:spLocks noGrp="1"/>
          </p:cNvSpPr>
          <p:nvPr>
            <p:ph type="dt" idx="28"/>
          </p:nvPr>
        </p:nvSpPr>
        <p:spPr>
          <a:xfrm>
            <a:off x="838080" y="6356520"/>
            <a:ext cx="274176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p>
        </p:txBody>
      </p:sp>
      <p:sp>
        <p:nvSpPr>
          <p:cNvPr id="52" name="PlaceHolder 3"/>
          <p:cNvSpPr>
            <a:spLocks noGrp="1"/>
          </p:cNvSpPr>
          <p:nvPr>
            <p:ph type="ftr" idx="29"/>
          </p:nvPr>
        </p:nvSpPr>
        <p:spPr>
          <a:xfrm>
            <a:off x="4038480" y="6356520"/>
            <a:ext cx="411336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3" name="PlaceHolder 4"/>
          <p:cNvSpPr>
            <a:spLocks noGrp="1"/>
          </p:cNvSpPr>
          <p:nvPr>
            <p:ph type="sldNum" idx="30"/>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B55CB7CC-F0AF-4B63-B43A-234E2395BCC1}" type="slidenum">
              <a:rPr lang="en-US" sz="1200" b="0" u="none" strike="noStrike">
                <a:solidFill>
                  <a:srgbClr val="888888"/>
                </a:solidFill>
                <a:effectLst/>
                <a:uFillTx/>
                <a:latin typeface="Calibri"/>
                <a:ea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VERTICAL_TEXT">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p>
        </p:txBody>
      </p:sp>
      <p:sp>
        <p:nvSpPr>
          <p:cNvPr id="55" name="PlaceHolder 2"/>
          <p:cNvSpPr>
            <a:spLocks noGrp="1"/>
          </p:cNvSpPr>
          <p:nvPr>
            <p:ph type="body"/>
          </p:nvPr>
        </p:nvSpPr>
        <p:spPr>
          <a:xfrm rot="5400000">
            <a:off x="3920400" y="-1256400"/>
            <a:ext cx="4349880" cy="1051416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40644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p>
          <a:p>
            <a:pPr marL="914400" lvl="1" indent="-3808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371600" lvl="2" indent="-3556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p>
        </p:txBody>
      </p:sp>
      <p:sp>
        <p:nvSpPr>
          <p:cNvPr id="56" name="PlaceHolder 3"/>
          <p:cNvSpPr>
            <a:spLocks noGrp="1"/>
          </p:cNvSpPr>
          <p:nvPr>
            <p:ph type="dt" idx="31"/>
          </p:nvPr>
        </p:nvSpPr>
        <p:spPr>
          <a:xfrm>
            <a:off x="838080" y="6356520"/>
            <a:ext cx="2741760" cy="3636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p>
        </p:txBody>
      </p:sp>
      <p:sp>
        <p:nvSpPr>
          <p:cNvPr id="57" name="PlaceHolder 4"/>
          <p:cNvSpPr>
            <a:spLocks noGrp="1"/>
          </p:cNvSpPr>
          <p:nvPr>
            <p:ph type="ftr" idx="32"/>
          </p:nvPr>
        </p:nvSpPr>
        <p:spPr>
          <a:xfrm>
            <a:off x="4038480" y="6356520"/>
            <a:ext cx="4113360" cy="36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8" name="PlaceHolder 5"/>
          <p:cNvSpPr>
            <a:spLocks noGrp="1"/>
          </p:cNvSpPr>
          <p:nvPr>
            <p:ph type="sldNum" idx="33"/>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84A4A50F-31F1-4629-BD63-33C7EAA97CAF}" type="slidenum">
              <a:rPr lang="en-US" sz="1200" b="0" u="none" strike="noStrike">
                <a:solidFill>
                  <a:srgbClr val="888888"/>
                </a:solidFill>
                <a:effectLst/>
                <a:uFillTx/>
                <a:latin typeface="Calibri"/>
                <a:ea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ecc.etlab.in/teacher/viewsubject/93460551045?sub_id=1916076829214&amp;sem_id=116225560662" TargetMode="External" /><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1.png" /><Relationship Id="rId1" Type="http://schemas.openxmlformats.org/officeDocument/2006/relationships/slideLayout" Target="../slideLayouts/slideLayout1.xml" /><Relationship Id="rId4" Type="http://schemas.openxmlformats.org/officeDocument/2006/relationships/image" Target="../media/image7.jpeg" /></Relationships>
</file>

<file path=ppt/slides/_rels/slide20.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1.png" /><Relationship Id="rId1" Type="http://schemas.openxmlformats.org/officeDocument/2006/relationships/slideLayout" Target="../slideLayouts/slideLayout1.xml" /><Relationship Id="rId4" Type="http://schemas.openxmlformats.org/officeDocument/2006/relationships/image" Target="../media/image9.jpeg" /></Relationships>
</file>

<file path=ppt/slides/_rels/slide2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Google Shape;78;p13"/>
          <p:cNvPicPr/>
          <p:nvPr/>
        </p:nvPicPr>
        <p:blipFill>
          <a:blip r:embed="rId2"/>
          <a:stretch/>
        </p:blipFill>
        <p:spPr>
          <a:xfrm>
            <a:off x="891360" y="243000"/>
            <a:ext cx="10577880" cy="1746360"/>
          </a:xfrm>
          <a:prstGeom prst="rect">
            <a:avLst/>
          </a:prstGeom>
          <a:noFill/>
          <a:ln w="0">
            <a:noFill/>
          </a:ln>
        </p:spPr>
      </p:pic>
      <p:sp>
        <p:nvSpPr>
          <p:cNvPr id="60" name="Google Shape;79;p13"/>
          <p:cNvSpPr/>
          <p:nvPr/>
        </p:nvSpPr>
        <p:spPr>
          <a:xfrm>
            <a:off x="1845000" y="2240640"/>
            <a:ext cx="9721440" cy="4617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14480" algn="ctr">
              <a:lnSpc>
                <a:spcPct val="90000"/>
              </a:lnSpc>
              <a:tabLst>
                <a:tab pos="0" algn="l"/>
              </a:tabLst>
            </a:pPr>
            <a:endParaRPr lang="en-US" sz="5400" b="0" u="none" strike="noStrike" dirty="0">
              <a:solidFill>
                <a:srgbClr val="000000"/>
              </a:solidFill>
              <a:effectLst/>
              <a:uFillTx/>
              <a:latin typeface="Arial"/>
            </a:endParaRPr>
          </a:p>
          <a:p>
            <a:pPr>
              <a:lnSpc>
                <a:spcPct val="90000"/>
              </a:lnSpc>
              <a:spcBef>
                <a:spcPts val="1001"/>
              </a:spcBef>
              <a:tabLst>
                <a:tab pos="0" algn="l"/>
              </a:tabLst>
            </a:pPr>
            <a:r>
              <a:rPr lang="en-US" sz="4000" b="1" u="sng" strike="noStrike" dirty="0">
                <a:solidFill>
                  <a:schemeClr val="hlink"/>
                </a:solidFill>
                <a:effectLst/>
                <a:uFillTx/>
                <a:latin typeface="Helvetica Neue"/>
                <a:ea typeface="Helvetica Neue"/>
                <a:hlinkClick r:id="rId3"/>
              </a:rPr>
              <a:t>PBCST504 – MICROCONTROLLERS</a:t>
            </a:r>
            <a:endParaRPr lang="en-US" sz="4000" b="0" u="none" strike="noStrike" dirty="0">
              <a:solidFill>
                <a:srgbClr val="000000"/>
              </a:solidFill>
              <a:effectLst/>
              <a:uFillTx/>
              <a:latin typeface="Arial"/>
            </a:endParaRPr>
          </a:p>
          <a:p>
            <a:pPr algn="ctr">
              <a:lnSpc>
                <a:spcPct val="90000"/>
              </a:lnSpc>
              <a:spcBef>
                <a:spcPts val="1001"/>
              </a:spcBef>
              <a:tabLst>
                <a:tab pos="0" algn="l"/>
              </a:tabLst>
            </a:pPr>
            <a:r>
              <a:rPr lang="en-US" sz="4000" b="1" u="none" strike="noStrike" dirty="0">
                <a:solidFill>
                  <a:srgbClr val="C55A11"/>
                </a:solidFill>
                <a:effectLst/>
                <a:uFillTx/>
                <a:latin typeface="Helvetica Neue"/>
                <a:ea typeface="Helvetica Neue"/>
              </a:rPr>
              <a:t>MICRO PROJECT</a:t>
            </a:r>
            <a:endParaRPr lang="en-US" sz="4000" b="0" u="none" strike="noStrike" dirty="0">
              <a:solidFill>
                <a:srgbClr val="000000"/>
              </a:solidFill>
              <a:effectLst/>
              <a:uFillTx/>
              <a:latin typeface="Arial"/>
            </a:endParaRPr>
          </a:p>
          <a:p>
            <a:pPr marL="114480" algn="ctr">
              <a:lnSpc>
                <a:spcPct val="90000"/>
              </a:lnSpc>
              <a:spcBef>
                <a:spcPts val="1001"/>
              </a:spcBef>
              <a:tabLst>
                <a:tab pos="0" algn="l"/>
              </a:tabLst>
            </a:pPr>
            <a:endParaRPr lang="en-US" sz="5400" b="0" u="none" strike="noStrike" dirty="0">
              <a:solidFill>
                <a:srgbClr val="000000"/>
              </a:solidFill>
              <a:effectLst/>
              <a:uFillTx/>
              <a:latin typeface="Arial"/>
            </a:endParaRPr>
          </a:p>
          <a:p>
            <a:pPr marL="114480" algn="ctr">
              <a:lnSpc>
                <a:spcPct val="90000"/>
              </a:lnSpc>
              <a:spcBef>
                <a:spcPts val="1001"/>
              </a:spcBef>
              <a:tabLst>
                <a:tab pos="0" algn="l"/>
              </a:tabLst>
            </a:pPr>
            <a:r>
              <a:rPr lang="en-US" sz="4800" b="1" u="none" strike="noStrike" dirty="0">
                <a:solidFill>
                  <a:srgbClr val="7030A0"/>
                </a:solidFill>
                <a:effectLst/>
                <a:uFillTx/>
                <a:latin typeface="Times New Roman"/>
                <a:ea typeface="Times New Roman"/>
              </a:rPr>
              <a:t>Final Review</a:t>
            </a:r>
            <a:endParaRPr lang="en-US" sz="4800" b="0" u="none" strike="noStrike" dirty="0">
              <a:solidFill>
                <a:srgbClr val="000000"/>
              </a:solidFill>
              <a:effectLst/>
              <a:uFillTx/>
              <a:latin typeface="Arial"/>
            </a:endParaRPr>
          </a:p>
        </p:txBody>
      </p:sp>
      <p:sp>
        <p:nvSpPr>
          <p:cNvPr id="61" name="Google Shape;80;p13"/>
          <p:cNvSpPr/>
          <p:nvPr/>
        </p:nvSpPr>
        <p:spPr>
          <a:xfrm>
            <a:off x="4038480" y="-1800"/>
            <a:ext cx="5857920" cy="27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62" name="PlaceHolder 1"/>
          <p:cNvSpPr>
            <a:spLocks noGrp="1"/>
          </p:cNvSpPr>
          <p:nvPr>
            <p:ph type="ftr" idx="34"/>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63" name="PlaceHolder 2"/>
          <p:cNvSpPr>
            <a:spLocks noGrp="1"/>
          </p:cNvSpPr>
          <p:nvPr>
            <p:ph type="sldNum" idx="35"/>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EAA6ACD6-3509-4D70-A3AA-E25DCF530D5E}" type="slidenum">
              <a:rPr lang="en-US" sz="1200" b="0" u="none" strike="noStrike">
                <a:solidFill>
                  <a:srgbClr val="888888"/>
                </a:solidFill>
                <a:effectLst/>
                <a:uFillTx/>
                <a:latin typeface="Calibri"/>
                <a:ea typeface="Calibri"/>
              </a:rPr>
              <a:t>1</a:t>
            </a:fld>
            <a:endParaRPr lang="en-US" sz="1200" b="0" u="none" strike="noStrike">
              <a:solidFill>
                <a:srgbClr val="000000"/>
              </a:solidFill>
              <a:effectLst/>
              <a:uFillTx/>
              <a:latin typeface="Times New Roman"/>
            </a:endParaRPr>
          </a:p>
        </p:txBody>
      </p:sp>
      <p:sp>
        <p:nvSpPr>
          <p:cNvPr id="64" name="PlaceHolder 3"/>
          <p:cNvSpPr>
            <a:spLocks noGrp="1"/>
          </p:cNvSpPr>
          <p:nvPr>
            <p:ph type="dt" idx="36"/>
          </p:nvPr>
        </p:nvSpPr>
        <p:spPr>
          <a:xfrm>
            <a:off x="838080" y="6356520"/>
            <a:ext cx="2741760" cy="3636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200" b="0" u="none" strike="noStrike">
                <a:solidFill>
                  <a:srgbClr val="888888"/>
                </a:solidFill>
                <a:effectLst/>
                <a:uFillTx/>
                <a:latin typeface="Calibri"/>
                <a:ea typeface="Calibri"/>
              </a:defRPr>
            </a:lvl1pPr>
          </a:lstStyle>
          <a:p>
            <a:pPr indent="0" algn="l">
              <a:lnSpc>
                <a:spcPct val="100000"/>
              </a:lnSpc>
              <a:buNone/>
              <a:tabLst>
                <a:tab pos="0" algn="l"/>
              </a:tabLst>
            </a:pPr>
            <a:r>
              <a:rPr lang="en-US" sz="1200" b="0" u="none" strike="noStrike" dirty="0">
                <a:solidFill>
                  <a:srgbClr val="888888"/>
                </a:solidFill>
                <a:effectLst/>
                <a:uFillTx/>
                <a:latin typeface="Calibri"/>
                <a:ea typeface="Calibri"/>
              </a:rPr>
              <a:t>06/10/2026</a:t>
            </a:r>
            <a:endParaRPr lang="en-US" sz="1200" b="0" u="none" strike="noStrike" dirty="0">
              <a:solidFill>
                <a:srgbClr val="000000"/>
              </a:solidFill>
              <a:effectLst/>
              <a:uFillTx/>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Google Shape;88;p14"/>
          <p:cNvPicPr/>
          <p:nvPr/>
        </p:nvPicPr>
        <p:blipFill>
          <a:blip r:embed="rId2"/>
          <a:stretch/>
        </p:blipFill>
        <p:spPr>
          <a:xfrm>
            <a:off x="891360" y="243000"/>
            <a:ext cx="10577880" cy="1746360"/>
          </a:xfrm>
          <a:prstGeom prst="rect">
            <a:avLst/>
          </a:prstGeom>
          <a:noFill/>
          <a:ln w="0">
            <a:noFill/>
          </a:ln>
        </p:spPr>
      </p:pic>
      <p:sp>
        <p:nvSpPr>
          <p:cNvPr id="66" name="Google Shape;89;p14"/>
          <p:cNvSpPr/>
          <p:nvPr/>
        </p:nvSpPr>
        <p:spPr>
          <a:xfrm>
            <a:off x="1907640" y="1722960"/>
            <a:ext cx="8837640" cy="4617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14480" algn="just">
              <a:lnSpc>
                <a:spcPct val="90000"/>
              </a:lnSpc>
              <a:tabLst>
                <a:tab pos="0" algn="l"/>
              </a:tabLst>
            </a:pPr>
            <a:endParaRPr lang="en-US" sz="2800" b="0" u="none" strike="noStrike">
              <a:solidFill>
                <a:srgbClr val="000000"/>
              </a:solidFill>
              <a:effectLst/>
              <a:uFillTx/>
              <a:latin typeface="Arial"/>
            </a:endParaRPr>
          </a:p>
          <a:p>
            <a:pPr marL="114480" algn="just">
              <a:lnSpc>
                <a:spcPct val="90000"/>
              </a:lnSpc>
              <a:spcBef>
                <a:spcPts val="1001"/>
              </a:spcBef>
              <a:tabLst>
                <a:tab pos="0" algn="l"/>
              </a:tabLst>
            </a:pPr>
            <a:r>
              <a:rPr lang="en-US" sz="2800" b="1" u="none" strike="noStrike">
                <a:solidFill>
                  <a:srgbClr val="0070C0"/>
                </a:solidFill>
                <a:effectLst/>
                <a:uFillTx/>
                <a:latin typeface="Times New Roman"/>
                <a:ea typeface="Times New Roman"/>
              </a:rPr>
              <a:t>Title:- VibeGuard: Low-Cost Embedded Vibration Monitoring System</a:t>
            </a:r>
            <a:endParaRPr lang="en-US" sz="2800" b="0" u="none" strike="noStrike">
              <a:solidFill>
                <a:srgbClr val="000000"/>
              </a:solidFill>
              <a:effectLst/>
              <a:uFillTx/>
              <a:latin typeface="Arial"/>
            </a:endParaRPr>
          </a:p>
        </p:txBody>
      </p:sp>
      <p:sp>
        <p:nvSpPr>
          <p:cNvPr id="67" name="Google Shape;90;p14"/>
          <p:cNvSpPr/>
          <p:nvPr/>
        </p:nvSpPr>
        <p:spPr>
          <a:xfrm>
            <a:off x="170640" y="3221640"/>
            <a:ext cx="4947120" cy="3825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14480">
              <a:lnSpc>
                <a:spcPct val="90000"/>
              </a:lnSpc>
              <a:tabLst>
                <a:tab pos="0" algn="l"/>
              </a:tabLst>
            </a:pPr>
            <a:r>
              <a:rPr lang="en-US" sz="2800" b="0" u="none" strike="noStrike">
                <a:solidFill>
                  <a:srgbClr val="00B050"/>
                </a:solidFill>
                <a:effectLst/>
                <a:uFillTx/>
                <a:latin typeface="Times New Roman"/>
                <a:ea typeface="Times New Roman"/>
              </a:rPr>
              <a:t>Group No: Group 8</a:t>
            </a:r>
            <a:endParaRPr lang="en-US" sz="2800" b="0" u="none" strike="noStrike">
              <a:solidFill>
                <a:srgbClr val="000000"/>
              </a:solidFill>
              <a:effectLst/>
              <a:uFillTx/>
              <a:latin typeface="Arial"/>
            </a:endParaRPr>
          </a:p>
          <a:p>
            <a:pPr marL="114480">
              <a:lnSpc>
                <a:spcPct val="90000"/>
              </a:lnSpc>
              <a:spcBef>
                <a:spcPts val="1001"/>
              </a:spcBef>
              <a:tabLst>
                <a:tab pos="0" algn="l"/>
              </a:tabLst>
            </a:pPr>
            <a:r>
              <a:rPr lang="en-US" sz="2800" b="0" u="none" strike="noStrike">
                <a:solidFill>
                  <a:srgbClr val="C00000"/>
                </a:solidFill>
                <a:effectLst/>
                <a:uFillTx/>
                <a:latin typeface="Times New Roman"/>
                <a:ea typeface="Times New Roman"/>
              </a:rPr>
              <a:t>Members:</a:t>
            </a:r>
            <a:endParaRPr lang="en-US" sz="2800" b="0" u="none" strike="noStrike">
              <a:solidFill>
                <a:srgbClr val="000000"/>
              </a:solidFill>
              <a:effectLst/>
              <a:uFillTx/>
              <a:latin typeface="Arial"/>
            </a:endParaRPr>
          </a:p>
          <a:p>
            <a:pPr marL="114480">
              <a:lnSpc>
                <a:spcPct val="90000"/>
              </a:lnSpc>
              <a:spcBef>
                <a:spcPts val="1001"/>
              </a:spcBef>
              <a:tabLst>
                <a:tab pos="0" algn="l"/>
              </a:tabLst>
            </a:pPr>
            <a:r>
              <a:rPr lang="en-US" sz="1800" b="0" u="none" strike="noStrike">
                <a:solidFill>
                  <a:srgbClr val="C00000"/>
                </a:solidFill>
                <a:effectLst/>
                <a:uFillTx/>
                <a:latin typeface="Times New Roman"/>
                <a:ea typeface="Times New Roman"/>
              </a:rPr>
              <a:t> Amith Krishna Das – JEC24CC016</a:t>
            </a:r>
            <a:endParaRPr lang="en-US" sz="1800" b="0" u="none" strike="noStrike">
              <a:solidFill>
                <a:srgbClr val="000000"/>
              </a:solidFill>
              <a:effectLst/>
              <a:uFillTx/>
              <a:latin typeface="Arial"/>
            </a:endParaRPr>
          </a:p>
          <a:p>
            <a:pPr marL="114480">
              <a:lnSpc>
                <a:spcPct val="90000"/>
              </a:lnSpc>
              <a:spcBef>
                <a:spcPts val="1001"/>
              </a:spcBef>
              <a:tabLst>
                <a:tab pos="0" algn="l"/>
              </a:tabLst>
            </a:pPr>
            <a:r>
              <a:rPr lang="en-US" sz="1800" b="0" u="none" strike="noStrike">
                <a:solidFill>
                  <a:srgbClr val="C00000"/>
                </a:solidFill>
                <a:effectLst/>
                <a:uFillTx/>
                <a:latin typeface="Times New Roman"/>
                <a:ea typeface="Times New Roman"/>
              </a:rPr>
              <a:t> Archa Pramod – JEC24CC023</a:t>
            </a:r>
            <a:endParaRPr lang="en-US" sz="1800" b="0" u="none" strike="noStrike">
              <a:solidFill>
                <a:srgbClr val="000000"/>
              </a:solidFill>
              <a:effectLst/>
              <a:uFillTx/>
              <a:latin typeface="Arial"/>
            </a:endParaRPr>
          </a:p>
          <a:p>
            <a:pPr marL="114480">
              <a:lnSpc>
                <a:spcPct val="90000"/>
              </a:lnSpc>
              <a:spcBef>
                <a:spcPts val="1001"/>
              </a:spcBef>
              <a:tabLst>
                <a:tab pos="0" algn="l"/>
              </a:tabLst>
            </a:pPr>
            <a:r>
              <a:rPr lang="en-US" sz="1800" b="0" u="none" strike="noStrike">
                <a:solidFill>
                  <a:srgbClr val="C00000"/>
                </a:solidFill>
                <a:effectLst/>
                <a:uFillTx/>
                <a:latin typeface="Times New Roman"/>
                <a:ea typeface="Times New Roman"/>
              </a:rPr>
              <a:t> Nihad P C – JEC24CC044</a:t>
            </a:r>
            <a:endParaRPr lang="en-US" sz="1800" b="0" u="none" strike="noStrike">
              <a:solidFill>
                <a:srgbClr val="000000"/>
              </a:solidFill>
              <a:effectLst/>
              <a:uFillTx/>
              <a:latin typeface="Arial"/>
            </a:endParaRPr>
          </a:p>
          <a:p>
            <a:pPr marL="114480">
              <a:lnSpc>
                <a:spcPct val="90000"/>
              </a:lnSpc>
              <a:spcBef>
                <a:spcPts val="1001"/>
              </a:spcBef>
              <a:tabLst>
                <a:tab pos="0" algn="l"/>
              </a:tabLst>
            </a:pPr>
            <a:r>
              <a:rPr lang="en-US" sz="1800" b="0" u="none" strike="noStrike">
                <a:solidFill>
                  <a:srgbClr val="C00000"/>
                </a:solidFill>
                <a:effectLst/>
                <a:uFillTx/>
                <a:latin typeface="Times New Roman"/>
                <a:ea typeface="Times New Roman"/>
              </a:rPr>
              <a:t> Sreehari K – JEC24CC055</a:t>
            </a:r>
            <a:endParaRPr lang="en-US" sz="1800" b="0" u="none" strike="noStrike">
              <a:solidFill>
                <a:srgbClr val="000000"/>
              </a:solidFill>
              <a:effectLst/>
              <a:uFillTx/>
              <a:latin typeface="Arial"/>
            </a:endParaRPr>
          </a:p>
          <a:p>
            <a:pPr marL="114480">
              <a:lnSpc>
                <a:spcPct val="90000"/>
              </a:lnSpc>
              <a:spcBef>
                <a:spcPts val="1001"/>
              </a:spcBef>
              <a:tabLst>
                <a:tab pos="0" algn="l"/>
              </a:tabLst>
            </a:pPr>
            <a:r>
              <a:rPr lang="en-US" sz="1800" b="0" u="none" strike="noStrike">
                <a:solidFill>
                  <a:srgbClr val="C00000"/>
                </a:solidFill>
                <a:effectLst/>
                <a:uFillTx/>
                <a:latin typeface="Times New Roman"/>
                <a:ea typeface="Times New Roman"/>
              </a:rPr>
              <a:t> Sreeprada K S – JEC24CC056</a:t>
            </a:r>
            <a:endParaRPr lang="en-US" sz="1800" b="0" u="none" strike="noStrike">
              <a:solidFill>
                <a:srgbClr val="000000"/>
              </a:solidFill>
              <a:effectLst/>
              <a:uFillTx/>
              <a:latin typeface="Arial"/>
            </a:endParaRPr>
          </a:p>
          <a:p>
            <a:pPr marL="114480">
              <a:lnSpc>
                <a:spcPct val="90000"/>
              </a:lnSpc>
              <a:spcBef>
                <a:spcPts val="1001"/>
              </a:spcBef>
              <a:tabLst>
                <a:tab pos="0" algn="l"/>
              </a:tabLst>
            </a:pPr>
            <a:r>
              <a:rPr lang="en-US" sz="2800" b="0" u="none" strike="noStrike">
                <a:solidFill>
                  <a:srgbClr val="C00000"/>
                </a:solidFill>
                <a:effectLst/>
                <a:uFillTx/>
                <a:latin typeface="Times New Roman"/>
                <a:ea typeface="Times New Roman"/>
              </a:rPr>
              <a:t>       </a:t>
            </a:r>
            <a:endParaRPr lang="en-US" sz="2800" b="0" u="none" strike="noStrike">
              <a:solidFill>
                <a:srgbClr val="000000"/>
              </a:solidFill>
              <a:effectLst/>
              <a:uFillTx/>
              <a:latin typeface="Arial"/>
            </a:endParaRPr>
          </a:p>
          <a:p>
            <a:pPr marL="114480">
              <a:lnSpc>
                <a:spcPct val="90000"/>
              </a:lnSpc>
              <a:spcBef>
                <a:spcPts val="1001"/>
              </a:spcBef>
              <a:tabLst>
                <a:tab pos="0" algn="l"/>
              </a:tabLst>
            </a:pPr>
            <a:endParaRPr lang="en-US" sz="2800" b="0" u="none" strike="noStrike">
              <a:solidFill>
                <a:srgbClr val="000000"/>
              </a:solidFill>
              <a:effectLst/>
              <a:uFillTx/>
              <a:latin typeface="Arial"/>
            </a:endParaRPr>
          </a:p>
        </p:txBody>
      </p:sp>
      <p:sp>
        <p:nvSpPr>
          <p:cNvPr id="68" name="Google Shape;91;p14"/>
          <p:cNvSpPr/>
          <p:nvPr/>
        </p:nvSpPr>
        <p:spPr>
          <a:xfrm>
            <a:off x="8153280" y="4363920"/>
            <a:ext cx="4014000" cy="1322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14480">
              <a:lnSpc>
                <a:spcPct val="90000"/>
              </a:lnSpc>
              <a:tabLst>
                <a:tab pos="0" algn="l"/>
              </a:tabLst>
            </a:pPr>
            <a:r>
              <a:rPr lang="en-US" sz="2800" b="1" u="none" strike="noStrike">
                <a:solidFill>
                  <a:srgbClr val="171616"/>
                </a:solidFill>
                <a:effectLst/>
                <a:uFillTx/>
                <a:latin typeface="Times New Roman"/>
                <a:ea typeface="Times New Roman"/>
              </a:rPr>
              <a:t>Project Coordinator:</a:t>
            </a:r>
            <a:endParaRPr lang="en-US" sz="2800" b="0" u="none" strike="noStrike">
              <a:solidFill>
                <a:srgbClr val="000000"/>
              </a:solidFill>
              <a:effectLst/>
              <a:uFillTx/>
              <a:latin typeface="Arial"/>
            </a:endParaRPr>
          </a:p>
          <a:p>
            <a:pPr marL="114480">
              <a:lnSpc>
                <a:spcPct val="90000"/>
              </a:lnSpc>
              <a:spcBef>
                <a:spcPts val="1001"/>
              </a:spcBef>
              <a:tabLst>
                <a:tab pos="0" algn="l"/>
              </a:tabLst>
            </a:pPr>
            <a:r>
              <a:rPr lang="en-US" sz="2800" b="0" u="none" strike="noStrike">
                <a:solidFill>
                  <a:srgbClr val="171616"/>
                </a:solidFill>
                <a:effectLst/>
                <a:uFillTx/>
                <a:latin typeface="Times New Roman"/>
                <a:ea typeface="Times New Roman"/>
              </a:rPr>
              <a:t>Ms. Sagna L T</a:t>
            </a:r>
            <a:endParaRPr lang="en-US" sz="2800" b="0" u="none" strike="noStrike">
              <a:solidFill>
                <a:srgbClr val="000000"/>
              </a:solidFill>
              <a:effectLst/>
              <a:uFillTx/>
              <a:latin typeface="Arial"/>
            </a:endParaRPr>
          </a:p>
          <a:p>
            <a:pPr marL="114480">
              <a:lnSpc>
                <a:spcPct val="90000"/>
              </a:lnSpc>
              <a:spcBef>
                <a:spcPts val="1001"/>
              </a:spcBef>
              <a:tabLst>
                <a:tab pos="0" algn="l"/>
              </a:tabLst>
            </a:pPr>
            <a:r>
              <a:rPr lang="en-US" sz="2800" b="0" u="none" strike="noStrike">
                <a:solidFill>
                  <a:srgbClr val="171616"/>
                </a:solidFill>
                <a:effectLst/>
                <a:uFillTx/>
                <a:latin typeface="Times New Roman"/>
                <a:ea typeface="Times New Roman"/>
              </a:rPr>
              <a:t>Asst. Prof. CSE(CY)</a:t>
            </a:r>
            <a:endParaRPr lang="en-US" sz="2800" b="0" u="none" strike="noStrike">
              <a:solidFill>
                <a:srgbClr val="000000"/>
              </a:solidFill>
              <a:effectLst/>
              <a:uFillTx/>
              <a:latin typeface="Arial"/>
            </a:endParaRPr>
          </a:p>
          <a:p>
            <a:pPr marL="114480">
              <a:lnSpc>
                <a:spcPct val="90000"/>
              </a:lnSpc>
              <a:spcBef>
                <a:spcPts val="1001"/>
              </a:spcBef>
              <a:tabLst>
                <a:tab pos="0" algn="l"/>
              </a:tabLst>
            </a:pPr>
            <a:endParaRPr lang="en-US" sz="2800" b="0" u="none" strike="noStrike">
              <a:solidFill>
                <a:srgbClr val="000000"/>
              </a:solidFill>
              <a:effectLst/>
              <a:uFillTx/>
              <a:latin typeface="Arial"/>
            </a:endParaRPr>
          </a:p>
        </p:txBody>
      </p:sp>
      <p:sp>
        <p:nvSpPr>
          <p:cNvPr id="69" name="Google Shape;92;p14"/>
          <p:cNvSpPr/>
          <p:nvPr/>
        </p:nvSpPr>
        <p:spPr>
          <a:xfrm>
            <a:off x="4038480" y="-1800"/>
            <a:ext cx="5857920" cy="27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70" name="PlaceHolder 1"/>
          <p:cNvSpPr>
            <a:spLocks noGrp="1"/>
          </p:cNvSpPr>
          <p:nvPr>
            <p:ph type="ftr" idx="37"/>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71" name="PlaceHolder 2"/>
          <p:cNvSpPr>
            <a:spLocks noGrp="1"/>
          </p:cNvSpPr>
          <p:nvPr>
            <p:ph type="sldNum" idx="38"/>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6E82026F-8B8C-4650-B4AF-1EBD720DE89B}" type="slidenum">
              <a:rPr lang="en-US" sz="1200" b="0" u="none" strike="noStrike">
                <a:solidFill>
                  <a:srgbClr val="888888"/>
                </a:solidFill>
                <a:effectLst/>
                <a:uFillTx/>
                <a:latin typeface="Calibri"/>
                <a:ea typeface="Calibri"/>
              </a:rPr>
              <a:t>2</a:t>
            </a:fld>
            <a:endParaRPr lang="en-US" sz="1200" b="0" u="none" strike="noStrike">
              <a:solidFill>
                <a:srgbClr val="000000"/>
              </a:solidFill>
              <a:effectLst/>
              <a:uFillTx/>
              <a:latin typeface="Times New Roman"/>
            </a:endParaRPr>
          </a:p>
        </p:txBody>
      </p:sp>
      <p:sp>
        <p:nvSpPr>
          <p:cNvPr id="4" name="PlaceHolder 3"/>
          <p:cNvSpPr>
            <a:spLocks noGrp="1"/>
          </p:cNvSpPr>
          <p:nvPr>
            <p:ph type="dt" idx="1"/>
          </p:nvPr>
        </p:nvSpPr>
        <p:spPr/>
        <p:txBody>
          <a:bodyPr/>
          <a:lstStyle/>
          <a:p>
            <a:r>
              <a:rPr lang="en-US" dirty="0"/>
              <a:t>06/10/26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Google Shape;100;p15"/>
          <p:cNvPicPr/>
          <p:nvPr/>
        </p:nvPicPr>
        <p:blipFill>
          <a:blip r:embed="rId2"/>
          <a:stretch/>
        </p:blipFill>
        <p:spPr>
          <a:xfrm>
            <a:off x="891360" y="243000"/>
            <a:ext cx="10577880" cy="1746360"/>
          </a:xfrm>
          <a:prstGeom prst="rect">
            <a:avLst/>
          </a:prstGeom>
          <a:noFill/>
          <a:ln w="0">
            <a:noFill/>
          </a:ln>
        </p:spPr>
      </p:pic>
      <p:sp>
        <p:nvSpPr>
          <p:cNvPr id="73" name="Google Shape;101;p15"/>
          <p:cNvSpPr/>
          <p:nvPr/>
        </p:nvSpPr>
        <p:spPr>
          <a:xfrm>
            <a:off x="785880" y="1990800"/>
            <a:ext cx="11031840" cy="4692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a:lnSpc>
                <a:spcPct val="90000"/>
              </a:lnSpc>
              <a:tabLst>
                <a:tab pos="0" algn="l"/>
              </a:tabLst>
            </a:pPr>
            <a:r>
              <a:rPr lang="en-US" sz="2800" b="1" u="none" strike="noStrike" dirty="0">
                <a:solidFill>
                  <a:schemeClr val="dk1"/>
                </a:solidFill>
                <a:effectLst/>
                <a:uFillTx/>
                <a:latin typeface="Times New Roman"/>
                <a:ea typeface="Times New Roman"/>
              </a:rPr>
              <a:t>DEPARTMENT OF COMPUTER SCIENCE &amp; ENGINEERING </a:t>
            </a:r>
            <a:endParaRPr lang="en-US" sz="2800" b="0" u="none" strike="noStrike" dirty="0">
              <a:solidFill>
                <a:srgbClr val="000000"/>
              </a:solidFill>
              <a:effectLst/>
              <a:uFillTx/>
              <a:latin typeface="Arial"/>
            </a:endParaRPr>
          </a:p>
          <a:p>
            <a:pPr algn="ctr">
              <a:lnSpc>
                <a:spcPct val="90000"/>
              </a:lnSpc>
              <a:spcBef>
                <a:spcPts val="1001"/>
              </a:spcBef>
              <a:tabLst>
                <a:tab pos="0" algn="l"/>
              </a:tabLst>
            </a:pPr>
            <a:r>
              <a:rPr lang="en-US" sz="2800" b="1" u="none" strike="noStrike" dirty="0">
                <a:solidFill>
                  <a:schemeClr val="dk1"/>
                </a:solidFill>
                <a:effectLst/>
                <a:uFillTx/>
                <a:latin typeface="Times New Roman"/>
                <a:ea typeface="Times New Roman"/>
              </a:rPr>
              <a:t>(Cyber Security)</a:t>
            </a:r>
            <a:endParaRPr lang="en-US" sz="2800" b="0" u="none" strike="noStrike" dirty="0">
              <a:solidFill>
                <a:srgbClr val="000000"/>
              </a:solidFill>
              <a:effectLst/>
              <a:uFillTx/>
              <a:latin typeface="Arial"/>
            </a:endParaRPr>
          </a:p>
          <a:p>
            <a:pPr algn="ctr">
              <a:lnSpc>
                <a:spcPct val="90000"/>
              </a:lnSpc>
              <a:spcBef>
                <a:spcPts val="1001"/>
              </a:spcBef>
              <a:tabLst>
                <a:tab pos="0" algn="l"/>
              </a:tabLst>
            </a:pPr>
            <a:r>
              <a:rPr lang="en-US" sz="2800" b="1" u="none" strike="noStrike" dirty="0">
                <a:solidFill>
                  <a:schemeClr val="dk1"/>
                </a:solidFill>
                <a:effectLst/>
                <a:uFillTx/>
                <a:latin typeface="Calibri"/>
                <a:ea typeface="Calibri"/>
              </a:rPr>
              <a:t> </a:t>
            </a:r>
            <a:r>
              <a:rPr lang="en-US" sz="2100" b="1" u="none" strike="noStrike" dirty="0">
                <a:solidFill>
                  <a:schemeClr val="dk1"/>
                </a:solidFill>
                <a:effectLst/>
                <a:uFillTx/>
                <a:latin typeface="Times New Roman"/>
                <a:ea typeface="Times New Roman"/>
              </a:rPr>
              <a:t>Vision of the Department</a:t>
            </a:r>
            <a:endParaRPr lang="en-US" sz="2100" b="0" u="none" strike="noStrike" dirty="0">
              <a:solidFill>
                <a:srgbClr val="000000"/>
              </a:solidFill>
              <a:effectLst/>
              <a:uFillTx/>
              <a:latin typeface="Arial"/>
            </a:endParaRPr>
          </a:p>
          <a:p>
            <a:pPr algn="ctr">
              <a:lnSpc>
                <a:spcPct val="150000"/>
              </a:lnSpc>
              <a:spcBef>
                <a:spcPts val="1001"/>
              </a:spcBef>
              <a:tabLst>
                <a:tab pos="0" algn="l"/>
              </a:tabLst>
            </a:pPr>
            <a:r>
              <a:rPr lang="en-US" sz="2000" b="0" u="none" strike="noStrike" dirty="0">
                <a:solidFill>
                  <a:srgbClr val="000000"/>
                </a:solidFill>
                <a:effectLst/>
                <a:uFillTx/>
                <a:latin typeface="Times New Roman"/>
                <a:ea typeface="Times New Roman"/>
              </a:rPr>
              <a:t>To be a globally recognized </a:t>
            </a:r>
            <a:r>
              <a:rPr lang="en-US" sz="2000" b="0" u="none" strike="noStrike" dirty="0" err="1">
                <a:solidFill>
                  <a:srgbClr val="000000"/>
                </a:solidFill>
                <a:effectLst/>
                <a:uFillTx/>
                <a:latin typeface="Times New Roman"/>
                <a:ea typeface="Times New Roman"/>
              </a:rPr>
              <a:t>centre</a:t>
            </a:r>
            <a:r>
              <a:rPr lang="en-US" sz="2000" b="0" u="none" strike="noStrike" dirty="0">
                <a:solidFill>
                  <a:srgbClr val="000000"/>
                </a:solidFill>
                <a:effectLst/>
                <a:uFillTx/>
                <a:latin typeface="Times New Roman"/>
                <a:ea typeface="Times New Roman"/>
              </a:rPr>
              <a:t> of excellence in Cyber Security education, research and innovation by nurturing ethical professionals , fostering technological advancement through responsible practice and contributing to a secure and sustainable digital society.</a:t>
            </a:r>
            <a:endParaRPr lang="en-US" sz="2000" b="0" u="none" strike="noStrike" dirty="0">
              <a:solidFill>
                <a:srgbClr val="000000"/>
              </a:solidFill>
              <a:effectLst/>
              <a:uFillTx/>
              <a:latin typeface="Arial"/>
            </a:endParaRPr>
          </a:p>
          <a:p>
            <a:pPr algn="ctr">
              <a:lnSpc>
                <a:spcPct val="90000"/>
              </a:lnSpc>
              <a:spcBef>
                <a:spcPts val="1001"/>
              </a:spcBef>
              <a:tabLst>
                <a:tab pos="0" algn="l"/>
              </a:tabLst>
            </a:pPr>
            <a:endParaRPr lang="en-US" sz="2100" b="0" u="none" strike="noStrike" dirty="0">
              <a:solidFill>
                <a:srgbClr val="000000"/>
              </a:solidFill>
              <a:effectLst/>
              <a:uFillTx/>
              <a:latin typeface="Arial"/>
            </a:endParaRPr>
          </a:p>
          <a:p>
            <a:pPr>
              <a:lnSpc>
                <a:spcPct val="90000"/>
              </a:lnSpc>
              <a:spcBef>
                <a:spcPts val="1001"/>
              </a:spcBef>
              <a:tabLst>
                <a:tab pos="0" algn="l"/>
              </a:tabLst>
            </a:pPr>
            <a:endParaRPr lang="en-US" sz="2100" b="0" u="none" strike="noStrike" dirty="0">
              <a:solidFill>
                <a:srgbClr val="000000"/>
              </a:solidFill>
              <a:effectLst/>
              <a:uFillTx/>
              <a:latin typeface="Arial"/>
            </a:endParaRPr>
          </a:p>
          <a:p>
            <a:pPr>
              <a:lnSpc>
                <a:spcPct val="90000"/>
              </a:lnSpc>
              <a:spcBef>
                <a:spcPts val="1001"/>
              </a:spcBef>
              <a:tabLst>
                <a:tab pos="0" algn="l"/>
              </a:tabLst>
            </a:pPr>
            <a:endParaRPr lang="en-US" sz="1700" b="0" u="none" strike="noStrike" dirty="0">
              <a:solidFill>
                <a:srgbClr val="000000"/>
              </a:solidFill>
              <a:effectLst/>
              <a:uFillTx/>
              <a:latin typeface="Arial"/>
            </a:endParaRPr>
          </a:p>
          <a:p>
            <a:pPr>
              <a:lnSpc>
                <a:spcPct val="90000"/>
              </a:lnSpc>
              <a:spcBef>
                <a:spcPts val="1001"/>
              </a:spcBef>
              <a:tabLst>
                <a:tab pos="0" algn="l"/>
              </a:tabLst>
            </a:pPr>
            <a:endParaRPr lang="en-US" sz="1300" b="0" u="none" strike="noStrike" dirty="0">
              <a:solidFill>
                <a:srgbClr val="000000"/>
              </a:solidFill>
              <a:effectLst/>
              <a:uFillTx/>
              <a:latin typeface="Arial"/>
            </a:endParaRPr>
          </a:p>
          <a:p>
            <a:pPr>
              <a:lnSpc>
                <a:spcPct val="90000"/>
              </a:lnSpc>
              <a:spcBef>
                <a:spcPts val="1001"/>
              </a:spcBef>
              <a:tabLst>
                <a:tab pos="0" algn="l"/>
              </a:tabLst>
            </a:pPr>
            <a:endParaRPr lang="en-US" sz="600" b="0" u="none" strike="noStrike" dirty="0">
              <a:solidFill>
                <a:srgbClr val="000000"/>
              </a:solidFill>
              <a:effectLst/>
              <a:uFillTx/>
              <a:latin typeface="Arial"/>
            </a:endParaRPr>
          </a:p>
        </p:txBody>
      </p:sp>
      <p:sp>
        <p:nvSpPr>
          <p:cNvPr id="74" name="Google Shape;102;p15"/>
          <p:cNvSpPr/>
          <p:nvPr/>
        </p:nvSpPr>
        <p:spPr>
          <a:xfrm>
            <a:off x="4038480" y="-1800"/>
            <a:ext cx="5857920" cy="27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75" name="PlaceHolder 1"/>
          <p:cNvSpPr>
            <a:spLocks noGrp="1"/>
          </p:cNvSpPr>
          <p:nvPr>
            <p:ph type="ftr" idx="39"/>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76" name="PlaceHolder 2"/>
          <p:cNvSpPr>
            <a:spLocks noGrp="1"/>
          </p:cNvSpPr>
          <p:nvPr>
            <p:ph type="sldNum" idx="40"/>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9241EDFE-96A7-4814-B683-2B03A47A2141}" type="slidenum">
              <a:rPr lang="en-US" sz="1200" b="0" u="none" strike="noStrike">
                <a:solidFill>
                  <a:srgbClr val="888888"/>
                </a:solidFill>
                <a:effectLst/>
                <a:uFillTx/>
                <a:latin typeface="Calibri"/>
                <a:ea typeface="Calibri"/>
              </a:rPr>
              <a:t>3</a:t>
            </a:fld>
            <a:endParaRPr lang="en-US" sz="1200" b="0" u="none" strike="noStrike">
              <a:solidFill>
                <a:srgbClr val="000000"/>
              </a:solidFill>
              <a:effectLst/>
              <a:uFillTx/>
              <a:latin typeface="Times New Roman"/>
            </a:endParaRPr>
          </a:p>
        </p:txBody>
      </p:sp>
      <p:sp>
        <p:nvSpPr>
          <p:cNvPr id="4" name="PlaceHolder 3"/>
          <p:cNvSpPr>
            <a:spLocks noGrp="1"/>
          </p:cNvSpPr>
          <p:nvPr>
            <p:ph type="dt" idx="1"/>
          </p:nvPr>
        </p:nvSpPr>
        <p:spPr/>
        <p:txBody>
          <a:bodyPr/>
          <a:lstStyle/>
          <a:p>
            <a:r>
              <a:rPr lang="en-US" dirty="0"/>
              <a:t>06/10/26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rmAutofit/>
          </a:bodyPr>
          <a:lstStyle/>
          <a:p>
            <a:pPr indent="0" algn="l">
              <a:lnSpc>
                <a:spcPct val="90000"/>
              </a:lnSpc>
              <a:buNone/>
              <a:tabLst>
                <a:tab pos="0" algn="l"/>
              </a:tabLst>
            </a:pPr>
            <a:r>
              <a:rPr lang="en-US" sz="100" b="1" u="none" strike="noStrike">
                <a:solidFill>
                  <a:schemeClr val="dk1"/>
                </a:solidFill>
                <a:effectLst/>
                <a:uFillTx/>
                <a:latin typeface="Calibri"/>
                <a:ea typeface="Calibri"/>
              </a:rPr>
              <a:t>.</a:t>
            </a:r>
            <a:endParaRPr lang="en-US" sz="100" b="0" u="none" strike="noStrike">
              <a:solidFill>
                <a:srgbClr val="000000"/>
              </a:solidFill>
              <a:effectLst/>
              <a:uFillTx/>
              <a:latin typeface="Arial"/>
            </a:endParaRPr>
          </a:p>
        </p:txBody>
      </p:sp>
      <p:sp>
        <p:nvSpPr>
          <p:cNvPr id="78" name="PlaceHolder 2"/>
          <p:cNvSpPr>
            <a:spLocks noGrp="1"/>
          </p:cNvSpPr>
          <p:nvPr>
            <p:ph/>
          </p:nvPr>
        </p:nvSpPr>
        <p:spPr>
          <a:xfrm>
            <a:off x="838080" y="2220120"/>
            <a:ext cx="10514160" cy="4349880"/>
          </a:xfrm>
          <a:prstGeom prst="rect">
            <a:avLst/>
          </a:prstGeom>
          <a:noFill/>
          <a:ln w="0">
            <a:noFill/>
          </a:ln>
        </p:spPr>
        <p:txBody>
          <a:bodyPr lIns="91440" tIns="45720" rIns="91440" bIns="45720" anchor="t">
            <a:normAutofit lnSpcReduction="9999"/>
          </a:bodyPr>
          <a:lstStyle/>
          <a:p>
            <a:pPr indent="0" algn="ctr">
              <a:lnSpc>
                <a:spcPct val="90000"/>
              </a:lnSpc>
              <a:buNone/>
              <a:tabLst>
                <a:tab pos="0" algn="l"/>
              </a:tabLst>
            </a:pPr>
            <a:r>
              <a:rPr lang="en-US" sz="2800" b="1" u="none" strike="noStrike" dirty="0">
                <a:solidFill>
                  <a:schemeClr val="dk1"/>
                </a:solidFill>
                <a:effectLst/>
                <a:uFillTx/>
                <a:latin typeface="Times New Roman"/>
                <a:ea typeface="Times New Roman"/>
              </a:rPr>
              <a:t>DEPARTMENT OF COMPUTER SCIENCE &amp; ENGINEERING </a:t>
            </a:r>
            <a:endParaRPr lang="en-US" sz="2800" b="0" u="none" strike="noStrike" dirty="0">
              <a:solidFill>
                <a:srgbClr val="000000"/>
              </a:solidFill>
              <a:effectLst/>
              <a:uFillTx/>
              <a:latin typeface="Arial"/>
            </a:endParaRPr>
          </a:p>
          <a:p>
            <a:pPr indent="0" algn="ctr">
              <a:lnSpc>
                <a:spcPct val="90000"/>
              </a:lnSpc>
              <a:spcBef>
                <a:spcPts val="1001"/>
              </a:spcBef>
              <a:buNone/>
              <a:tabLst>
                <a:tab pos="0" algn="l"/>
              </a:tabLst>
            </a:pPr>
            <a:r>
              <a:rPr lang="en-US" sz="2800" b="1" u="none" strike="noStrike" dirty="0">
                <a:solidFill>
                  <a:schemeClr val="dk1"/>
                </a:solidFill>
                <a:effectLst/>
                <a:uFillTx/>
                <a:latin typeface="Times New Roman"/>
                <a:ea typeface="Times New Roman"/>
              </a:rPr>
              <a:t>(Cyber Security)</a:t>
            </a:r>
            <a:endParaRPr lang="en-US" sz="2800" b="0" u="none" strike="noStrike" dirty="0">
              <a:solidFill>
                <a:srgbClr val="000000"/>
              </a:solidFill>
              <a:effectLst/>
              <a:uFillTx/>
              <a:latin typeface="Arial"/>
            </a:endParaRPr>
          </a:p>
          <a:p>
            <a:pPr indent="0" algn="ctr">
              <a:lnSpc>
                <a:spcPct val="90000"/>
              </a:lnSpc>
              <a:spcBef>
                <a:spcPts val="1001"/>
              </a:spcBef>
              <a:buNone/>
              <a:tabLst>
                <a:tab pos="0" algn="l"/>
              </a:tabLst>
            </a:pPr>
            <a:r>
              <a:rPr lang="en-US" sz="2800" b="1" u="sng" strike="noStrike" dirty="0">
                <a:solidFill>
                  <a:schemeClr val="dk1"/>
                </a:solidFill>
                <a:effectLst/>
                <a:uFillTx/>
                <a:latin typeface="Calibri"/>
                <a:ea typeface="Calibri"/>
              </a:rPr>
              <a:t> </a:t>
            </a:r>
            <a:r>
              <a:rPr lang="en-US" sz="2800" b="1" u="sng" strike="noStrike" dirty="0">
                <a:solidFill>
                  <a:schemeClr val="dk1"/>
                </a:solidFill>
                <a:effectLst/>
                <a:uFillTx/>
                <a:latin typeface="Times New Roman"/>
                <a:ea typeface="Times New Roman"/>
              </a:rPr>
              <a:t>Mission of the Department</a:t>
            </a:r>
            <a:endParaRPr lang="en-US" sz="2800" b="0" u="none" strike="noStrike" dirty="0">
              <a:solidFill>
                <a:srgbClr val="000000"/>
              </a:solidFill>
              <a:effectLst/>
              <a:uFillTx/>
              <a:latin typeface="Arial"/>
            </a:endParaRPr>
          </a:p>
          <a:p>
            <a:pPr marL="228600" indent="-228600" algn="just">
              <a:lnSpc>
                <a:spcPct val="90000"/>
              </a:lnSpc>
              <a:spcBef>
                <a:spcPts val="1125"/>
              </a:spcBef>
              <a:buClr>
                <a:srgbClr val="000000"/>
              </a:buClr>
              <a:buFont typeface="Arial"/>
              <a:buChar char="•"/>
              <a:tabLst>
                <a:tab pos="0" algn="l"/>
              </a:tabLst>
            </a:pPr>
            <a:r>
              <a:rPr lang="en-US" sz="1800" b="1" u="none" strike="noStrike" dirty="0">
                <a:solidFill>
                  <a:schemeClr val="dk1"/>
                </a:solidFill>
                <a:effectLst/>
                <a:uFillTx/>
                <a:latin typeface="Times New Roman"/>
                <a:ea typeface="Times New Roman"/>
              </a:rPr>
              <a:t>M1: Excellence in Education</a:t>
            </a:r>
            <a:r>
              <a:rPr lang="en-US" sz="1800" b="1" u="none" strike="noStrike" dirty="0">
                <a:solidFill>
                  <a:schemeClr val="dk1"/>
                </a:solidFill>
                <a:effectLst/>
                <a:uFillTx/>
                <a:latin typeface="Arial"/>
                <a:ea typeface="Arial"/>
              </a:rPr>
              <a:t> : </a:t>
            </a:r>
            <a:r>
              <a:rPr lang="en-US" sz="1800" b="0" u="none" strike="noStrike" dirty="0">
                <a:solidFill>
                  <a:srgbClr val="000000"/>
                </a:solidFill>
                <a:effectLst/>
                <a:uFillTx/>
                <a:latin typeface="Times New Roman"/>
                <a:ea typeface="Times New Roman"/>
              </a:rPr>
              <a:t>To provide outcome-based and industry-oriented education by integrating core computer science principles with advanced cybersecurity technologies and practices.</a:t>
            </a:r>
            <a:endParaRPr lang="en-US" sz="1800" b="0" u="none" strike="noStrike" dirty="0">
              <a:solidFill>
                <a:srgbClr val="000000"/>
              </a:solidFill>
              <a:effectLst/>
              <a:uFillTx/>
              <a:latin typeface="Arial"/>
            </a:endParaRPr>
          </a:p>
          <a:p>
            <a:pPr marL="228600" indent="-228600" algn="just">
              <a:lnSpc>
                <a:spcPct val="90000"/>
              </a:lnSpc>
              <a:spcBef>
                <a:spcPts val="2251"/>
              </a:spcBef>
              <a:buClr>
                <a:srgbClr val="000000"/>
              </a:buClr>
              <a:buFont typeface="Arial"/>
              <a:buChar char="•"/>
              <a:tabLst>
                <a:tab pos="0" algn="l"/>
              </a:tabLst>
            </a:pPr>
            <a:r>
              <a:rPr lang="en-US" sz="1800" b="1" u="none" strike="noStrike" dirty="0">
                <a:solidFill>
                  <a:schemeClr val="dk1"/>
                </a:solidFill>
                <a:effectLst/>
                <a:uFillTx/>
                <a:latin typeface="Times New Roman"/>
                <a:ea typeface="Times New Roman"/>
              </a:rPr>
              <a:t>M2: Ethics and Professional Responsibility : </a:t>
            </a:r>
            <a:r>
              <a:rPr lang="en-US" sz="1800" b="0" u="none" strike="noStrike" dirty="0">
                <a:solidFill>
                  <a:srgbClr val="000000"/>
                </a:solidFill>
                <a:effectLst/>
                <a:uFillTx/>
                <a:latin typeface="Times New Roman"/>
                <a:ea typeface="Times New Roman"/>
              </a:rPr>
              <a:t>To cultivate ethical values, integrity, social responsibility, and secure computing practices for protecting digital assets and strengthening cyber trust.</a:t>
            </a:r>
            <a:endParaRPr lang="en-US" sz="1800" b="0" u="none" strike="noStrike" dirty="0">
              <a:solidFill>
                <a:srgbClr val="000000"/>
              </a:solidFill>
              <a:effectLst/>
              <a:uFillTx/>
              <a:latin typeface="Arial"/>
            </a:endParaRPr>
          </a:p>
          <a:p>
            <a:pPr marL="228600" indent="-228600" algn="just">
              <a:lnSpc>
                <a:spcPct val="90000"/>
              </a:lnSpc>
              <a:spcBef>
                <a:spcPts val="2251"/>
              </a:spcBef>
              <a:buClr>
                <a:srgbClr val="000000"/>
              </a:buClr>
              <a:buFont typeface="Arial"/>
              <a:buChar char="•"/>
              <a:tabLst>
                <a:tab pos="0" algn="l"/>
              </a:tabLst>
            </a:pPr>
            <a:r>
              <a:rPr lang="en-US" sz="1800" b="1" u="none" strike="noStrike" dirty="0">
                <a:solidFill>
                  <a:schemeClr val="dk1"/>
                </a:solidFill>
                <a:effectLst/>
                <a:uFillTx/>
                <a:latin typeface="Times New Roman"/>
                <a:ea typeface="Times New Roman"/>
              </a:rPr>
              <a:t>M3: Research, Innovation, and Entrepreneurship : </a:t>
            </a:r>
            <a:r>
              <a:rPr lang="en-US" sz="1800" b="0" u="none" strike="noStrike" dirty="0">
                <a:solidFill>
                  <a:srgbClr val="000000"/>
                </a:solidFill>
                <a:effectLst/>
                <a:uFillTx/>
                <a:latin typeface="Times New Roman"/>
                <a:ea typeface="Times New Roman"/>
              </a:rPr>
              <a:t>To promote research, innovation, and entrepreneurial thinking for developing sustainable solutions to emerging cybersecurity challenges.</a:t>
            </a:r>
            <a:endParaRPr lang="en-US" sz="1800" b="0" u="none" strike="noStrike" dirty="0">
              <a:solidFill>
                <a:srgbClr val="000000"/>
              </a:solidFill>
              <a:effectLst/>
              <a:uFillTx/>
              <a:latin typeface="Arial"/>
            </a:endParaRPr>
          </a:p>
          <a:p>
            <a:pPr marL="228600" indent="-228600" algn="just">
              <a:lnSpc>
                <a:spcPct val="90000"/>
              </a:lnSpc>
              <a:spcBef>
                <a:spcPts val="2324"/>
              </a:spcBef>
              <a:buClr>
                <a:srgbClr val="000000"/>
              </a:buClr>
              <a:buFont typeface="Arial"/>
              <a:buChar char="•"/>
              <a:tabLst>
                <a:tab pos="0" algn="l"/>
              </a:tabLst>
            </a:pPr>
            <a:r>
              <a:rPr lang="en-US" sz="1800" b="1" u="none" strike="noStrike" dirty="0">
                <a:solidFill>
                  <a:schemeClr val="dk1"/>
                </a:solidFill>
                <a:effectLst/>
                <a:uFillTx/>
                <a:latin typeface="Times New Roman"/>
                <a:ea typeface="Times New Roman"/>
              </a:rPr>
              <a:t>M4: Holistic and Global Development : </a:t>
            </a:r>
            <a:r>
              <a:rPr lang="en-US" sz="1800" b="0" u="none" strike="noStrike" dirty="0">
                <a:solidFill>
                  <a:srgbClr val="000000"/>
                </a:solidFill>
                <a:effectLst/>
                <a:uFillTx/>
                <a:latin typeface="Times New Roman"/>
                <a:ea typeface="Times New Roman"/>
              </a:rPr>
              <a:t>To enhance leadership, teamwork, lifelong learning, and global competence through industry collaboration, interdisciplinary activities, and community engagement.</a:t>
            </a:r>
            <a:endParaRPr lang="en-US" sz="1800" b="0" u="none" strike="noStrike" dirty="0">
              <a:solidFill>
                <a:srgbClr val="000000"/>
              </a:solidFill>
              <a:effectLst/>
              <a:uFillTx/>
              <a:latin typeface="Arial"/>
            </a:endParaRPr>
          </a:p>
          <a:p>
            <a:pPr indent="0" algn="ctr">
              <a:lnSpc>
                <a:spcPct val="90000"/>
              </a:lnSpc>
              <a:spcBef>
                <a:spcPts val="2200"/>
              </a:spcBef>
              <a:buNone/>
              <a:tabLst>
                <a:tab pos="0" algn="l"/>
              </a:tabLst>
            </a:pPr>
            <a:endParaRPr lang="en-US" sz="2800" b="0" u="none" strike="noStrike" dirty="0">
              <a:solidFill>
                <a:srgbClr val="000000"/>
              </a:solidFill>
              <a:effectLst/>
              <a:uFillTx/>
              <a:latin typeface="Arial"/>
            </a:endParaRPr>
          </a:p>
        </p:txBody>
      </p:sp>
      <p:pic>
        <p:nvPicPr>
          <p:cNvPr id="79" name="Google Shape;112;p16"/>
          <p:cNvPicPr/>
          <p:nvPr/>
        </p:nvPicPr>
        <p:blipFill>
          <a:blip r:embed="rId2"/>
          <a:stretch/>
        </p:blipFill>
        <p:spPr>
          <a:xfrm>
            <a:off x="1045440" y="365040"/>
            <a:ext cx="10577880" cy="1746360"/>
          </a:xfrm>
          <a:prstGeom prst="rect">
            <a:avLst/>
          </a:prstGeom>
          <a:noFill/>
          <a:ln w="0">
            <a:noFill/>
          </a:ln>
        </p:spPr>
      </p:pic>
      <p:sp>
        <p:nvSpPr>
          <p:cNvPr id="80" name="Google Shape;113;p16"/>
          <p:cNvSpPr/>
          <p:nvPr/>
        </p:nvSpPr>
        <p:spPr>
          <a:xfrm>
            <a:off x="4038480" y="-1800"/>
            <a:ext cx="5857920" cy="27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81" name="PlaceHolder 3"/>
          <p:cNvSpPr>
            <a:spLocks noGrp="1"/>
          </p:cNvSpPr>
          <p:nvPr>
            <p:ph type="ftr" idx="41"/>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82" name="PlaceHolder 4"/>
          <p:cNvSpPr>
            <a:spLocks noGrp="1"/>
          </p:cNvSpPr>
          <p:nvPr>
            <p:ph type="sldNum" idx="42"/>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94ABA1FC-D13F-401F-A4D5-6D2AE89264DC}" type="slidenum">
              <a:rPr lang="en-US" sz="1200" b="0" u="none" strike="noStrike">
                <a:solidFill>
                  <a:srgbClr val="888888"/>
                </a:solidFill>
                <a:effectLst/>
                <a:uFillTx/>
                <a:latin typeface="Calibri"/>
                <a:ea typeface="Calibri"/>
              </a:rPr>
              <a:t>4</a:t>
            </a:fld>
            <a:endParaRPr lang="en-US" sz="1200" b="0" u="none" strike="noStrike">
              <a:solidFill>
                <a:srgbClr val="000000"/>
              </a:solidFill>
              <a:effectLst/>
              <a:uFillTx/>
              <a:latin typeface="Times New Roman"/>
            </a:endParaRPr>
          </a:p>
        </p:txBody>
      </p:sp>
      <p:sp>
        <p:nvSpPr>
          <p:cNvPr id="6" name="PlaceHolder 5"/>
          <p:cNvSpPr>
            <a:spLocks noGrp="1"/>
          </p:cNvSpPr>
          <p:nvPr>
            <p:ph type="dt" idx="1"/>
          </p:nvPr>
        </p:nvSpPr>
        <p:spPr/>
        <p:txBody>
          <a:bodyPr/>
          <a:lstStyle/>
          <a:p>
            <a:r>
              <a:rPr lang="en-US" dirty="0"/>
              <a:t>06/10/26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 name="Google Shape;121;p17"/>
          <p:cNvPicPr/>
          <p:nvPr/>
        </p:nvPicPr>
        <p:blipFill>
          <a:blip r:embed="rId2"/>
          <a:stretch/>
        </p:blipFill>
        <p:spPr>
          <a:xfrm>
            <a:off x="891360" y="243000"/>
            <a:ext cx="10577880" cy="1746360"/>
          </a:xfrm>
          <a:prstGeom prst="rect">
            <a:avLst/>
          </a:prstGeom>
          <a:noFill/>
          <a:ln w="0">
            <a:noFill/>
          </a:ln>
        </p:spPr>
      </p:pic>
      <p:sp>
        <p:nvSpPr>
          <p:cNvPr id="84" name="Google Shape;122;p17"/>
          <p:cNvSpPr/>
          <p:nvPr/>
        </p:nvSpPr>
        <p:spPr>
          <a:xfrm>
            <a:off x="576000" y="2268720"/>
            <a:ext cx="11208600" cy="400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a:lnSpc>
                <a:spcPct val="90000"/>
              </a:lnSpc>
              <a:tabLst>
                <a:tab pos="0" algn="l"/>
              </a:tabLst>
            </a:pPr>
            <a:r>
              <a:rPr lang="en-US" sz="2800" b="1" u="sng" strike="noStrike">
                <a:solidFill>
                  <a:schemeClr val="dk1"/>
                </a:solidFill>
                <a:effectLst/>
                <a:uFillTx/>
                <a:latin typeface="Times New Roman"/>
                <a:ea typeface="Times New Roman"/>
              </a:rPr>
              <a:t>Programme Educational Objectives (PEOs)</a:t>
            </a:r>
            <a:endParaRPr lang="en-US" sz="2800" b="0" u="none" strike="noStrike">
              <a:solidFill>
                <a:srgbClr val="000000"/>
              </a:solidFill>
              <a:effectLst/>
              <a:uFillTx/>
              <a:latin typeface="Arial"/>
            </a:endParaRPr>
          </a:p>
          <a:p>
            <a:pPr marL="228600" indent="-228600">
              <a:lnSpc>
                <a:spcPct val="90000"/>
              </a:lnSpc>
              <a:spcBef>
                <a:spcPts val="1199"/>
              </a:spcBef>
              <a:buClr>
                <a:srgbClr val="000000"/>
              </a:buClr>
              <a:buFont typeface="Arial"/>
              <a:buChar char="•"/>
              <a:tabLst>
                <a:tab pos="0" algn="l"/>
              </a:tabLst>
            </a:pPr>
            <a:r>
              <a:rPr lang="en-US" sz="1800" b="1" u="none" strike="noStrike">
                <a:solidFill>
                  <a:schemeClr val="dk1"/>
                </a:solidFill>
                <a:effectLst/>
                <a:uFillTx/>
                <a:latin typeface="Times New Roman"/>
                <a:ea typeface="Times New Roman"/>
              </a:rPr>
              <a:t>PEO 1:</a:t>
            </a:r>
            <a:r>
              <a:rPr lang="en-US" sz="1800" b="1" u="none" strike="noStrike">
                <a:solidFill>
                  <a:schemeClr val="dk1"/>
                </a:solidFill>
                <a:effectLst/>
                <a:uFillTx/>
                <a:latin typeface="Arial"/>
                <a:ea typeface="Arial"/>
              </a:rPr>
              <a:t> </a:t>
            </a:r>
            <a:r>
              <a:rPr lang="en-US" sz="1800" b="0" u="none" strike="noStrike">
                <a:solidFill>
                  <a:srgbClr val="000000"/>
                </a:solidFill>
                <a:effectLst/>
                <a:uFillTx/>
                <a:latin typeface="Times New Roman"/>
                <a:ea typeface="Times New Roman"/>
              </a:rPr>
              <a:t>Graduates will apply strong foundations in computer science and cybersecurity to design, develop, and manage secure and reliable computing systems for industry and society.</a:t>
            </a:r>
            <a:endParaRPr lang="en-US" sz="1800" b="0" u="none" strike="noStrike">
              <a:solidFill>
                <a:srgbClr val="000000"/>
              </a:solidFill>
              <a:effectLst/>
              <a:uFillTx/>
              <a:latin typeface="Arial"/>
            </a:endParaRPr>
          </a:p>
          <a:p>
            <a:pPr marL="228600" indent="-228600">
              <a:lnSpc>
                <a:spcPct val="90000"/>
              </a:lnSpc>
              <a:spcBef>
                <a:spcPts val="2398"/>
              </a:spcBef>
              <a:buClr>
                <a:srgbClr val="000000"/>
              </a:buClr>
              <a:buFont typeface="Arial"/>
              <a:buChar char="•"/>
              <a:tabLst>
                <a:tab pos="0" algn="l"/>
              </a:tabLst>
            </a:pPr>
            <a:r>
              <a:rPr lang="en-US" sz="1800" b="1" u="none" strike="noStrike">
                <a:solidFill>
                  <a:schemeClr val="dk1"/>
                </a:solidFill>
                <a:effectLst/>
                <a:uFillTx/>
                <a:latin typeface="Times New Roman"/>
                <a:ea typeface="Times New Roman"/>
              </a:rPr>
              <a:t>PEO 2:</a:t>
            </a:r>
            <a:r>
              <a:rPr lang="en-US" sz="1800" b="1" u="none" strike="noStrike">
                <a:solidFill>
                  <a:schemeClr val="dk1"/>
                </a:solidFill>
                <a:effectLst/>
                <a:uFillTx/>
                <a:latin typeface="Arial"/>
                <a:ea typeface="Arial"/>
              </a:rPr>
              <a:t> </a:t>
            </a:r>
            <a:r>
              <a:rPr lang="en-US" sz="1800" b="0" u="none" strike="noStrike">
                <a:solidFill>
                  <a:schemeClr val="dk1"/>
                </a:solidFill>
                <a:effectLst/>
                <a:uFillTx/>
                <a:latin typeface="Times New Roman"/>
                <a:ea typeface="Times New Roman"/>
              </a:rPr>
              <a:t>Graduates will pursue successful careers as professionals, innovators or entrepreneurs engaged in technology development, deployment or engineering system implementation in industry and society and contribute to the economic growth of the country. </a:t>
            </a:r>
            <a:endParaRPr lang="en-US" sz="1800" b="0" u="none" strike="noStrike">
              <a:solidFill>
                <a:srgbClr val="000000"/>
              </a:solidFill>
              <a:effectLst/>
              <a:uFillTx/>
              <a:latin typeface="Arial"/>
            </a:endParaRPr>
          </a:p>
          <a:p>
            <a:pPr marL="228600" indent="-228600">
              <a:lnSpc>
                <a:spcPct val="90000"/>
              </a:lnSpc>
              <a:spcBef>
                <a:spcPts val="2398"/>
              </a:spcBef>
              <a:buClr>
                <a:srgbClr val="000000"/>
              </a:buClr>
              <a:buFont typeface="Arial"/>
              <a:buChar char="•"/>
              <a:tabLst>
                <a:tab pos="0" algn="l"/>
              </a:tabLst>
            </a:pPr>
            <a:r>
              <a:rPr lang="en-US" sz="1800" b="1" u="none" strike="noStrike">
                <a:solidFill>
                  <a:schemeClr val="dk1"/>
                </a:solidFill>
                <a:effectLst/>
                <a:uFillTx/>
                <a:latin typeface="Times New Roman"/>
                <a:ea typeface="Times New Roman"/>
              </a:rPr>
              <a:t>PEO 3:</a:t>
            </a:r>
            <a:r>
              <a:rPr lang="en-US" sz="1800" b="1" u="none" strike="noStrike">
                <a:solidFill>
                  <a:schemeClr val="dk1"/>
                </a:solidFill>
                <a:effectLst/>
                <a:uFillTx/>
                <a:latin typeface="Arial"/>
                <a:ea typeface="Arial"/>
              </a:rPr>
              <a:t> </a:t>
            </a:r>
            <a:r>
              <a:rPr lang="en-US" sz="1800" b="0" u="none" strike="noStrike">
                <a:solidFill>
                  <a:srgbClr val="000000"/>
                </a:solidFill>
                <a:effectLst/>
                <a:uFillTx/>
                <a:latin typeface="Times New Roman"/>
                <a:ea typeface="Times New Roman"/>
              </a:rPr>
              <a:t>Graduates will demonstrate ethical responsibility, leadership, teamwork, and effective communication while adapting to evolving global technological environments through lifelong learning.</a:t>
            </a:r>
            <a:endParaRPr lang="en-US" sz="1800" b="0" u="none" strike="noStrike">
              <a:solidFill>
                <a:srgbClr val="000000"/>
              </a:solidFill>
              <a:effectLst/>
              <a:uFillTx/>
              <a:latin typeface="Arial"/>
            </a:endParaRPr>
          </a:p>
          <a:p>
            <a:pPr>
              <a:lnSpc>
                <a:spcPct val="90000"/>
              </a:lnSpc>
              <a:spcBef>
                <a:spcPts val="2200"/>
              </a:spcBef>
              <a:tabLst>
                <a:tab pos="0" algn="l"/>
              </a:tabLst>
            </a:pPr>
            <a:endParaRPr lang="en-US" sz="1800" b="0" u="none" strike="noStrike">
              <a:solidFill>
                <a:srgbClr val="000000"/>
              </a:solidFill>
              <a:effectLst/>
              <a:uFillTx/>
              <a:latin typeface="Arial"/>
            </a:endParaRPr>
          </a:p>
        </p:txBody>
      </p:sp>
      <p:sp>
        <p:nvSpPr>
          <p:cNvPr id="85" name="Google Shape;123;p17"/>
          <p:cNvSpPr/>
          <p:nvPr/>
        </p:nvSpPr>
        <p:spPr>
          <a:xfrm>
            <a:off x="4038480" y="-1800"/>
            <a:ext cx="5857920" cy="27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86" name="PlaceHolder 1"/>
          <p:cNvSpPr>
            <a:spLocks noGrp="1"/>
          </p:cNvSpPr>
          <p:nvPr>
            <p:ph type="ftr" idx="43"/>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87" name="PlaceHolder 2"/>
          <p:cNvSpPr>
            <a:spLocks noGrp="1"/>
          </p:cNvSpPr>
          <p:nvPr>
            <p:ph type="sldNum" idx="44"/>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31390C18-A9CC-4EC2-A11E-F8726866534B}" type="slidenum">
              <a:rPr lang="en-US" sz="1200" b="0" u="none" strike="noStrike">
                <a:solidFill>
                  <a:srgbClr val="888888"/>
                </a:solidFill>
                <a:effectLst/>
                <a:uFillTx/>
                <a:latin typeface="Calibri"/>
                <a:ea typeface="Calibri"/>
              </a:rPr>
              <a:t>5</a:t>
            </a:fld>
            <a:endParaRPr lang="en-US" sz="1200" b="0" u="none" strike="noStrike">
              <a:solidFill>
                <a:srgbClr val="000000"/>
              </a:solidFill>
              <a:effectLst/>
              <a:uFillTx/>
              <a:latin typeface="Times New Roman"/>
            </a:endParaRPr>
          </a:p>
        </p:txBody>
      </p:sp>
      <p:sp>
        <p:nvSpPr>
          <p:cNvPr id="4" name="PlaceHolder 3"/>
          <p:cNvSpPr>
            <a:spLocks noGrp="1"/>
          </p:cNvSpPr>
          <p:nvPr>
            <p:ph type="dt" idx="1"/>
          </p:nvPr>
        </p:nvSpPr>
        <p:spPr/>
        <p:txBody>
          <a:bodyPr/>
          <a:lstStyle/>
          <a:p>
            <a:r>
              <a:rPr lang="en-US" dirty="0"/>
              <a:t>06/10/26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 name="Google Shape;131;p18"/>
          <p:cNvPicPr/>
          <p:nvPr/>
        </p:nvPicPr>
        <p:blipFill>
          <a:blip r:embed="rId2"/>
          <a:stretch/>
        </p:blipFill>
        <p:spPr>
          <a:xfrm>
            <a:off x="891360" y="243000"/>
            <a:ext cx="10577880" cy="1746360"/>
          </a:xfrm>
          <a:prstGeom prst="rect">
            <a:avLst/>
          </a:prstGeom>
          <a:noFill/>
          <a:ln w="0">
            <a:noFill/>
          </a:ln>
        </p:spPr>
      </p:pic>
      <p:sp>
        <p:nvSpPr>
          <p:cNvPr id="89" name="Google Shape;132;p18"/>
          <p:cNvSpPr/>
          <p:nvPr/>
        </p:nvSpPr>
        <p:spPr>
          <a:xfrm>
            <a:off x="393480" y="1990800"/>
            <a:ext cx="11249280" cy="4363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a:lnSpc>
                <a:spcPct val="113000"/>
              </a:lnSpc>
              <a:tabLst>
                <a:tab pos="0" algn="l"/>
              </a:tabLst>
            </a:pPr>
            <a:r>
              <a:rPr lang="en-US" sz="2800" b="1" u="sng" strike="noStrike">
                <a:solidFill>
                  <a:schemeClr val="dk1"/>
                </a:solidFill>
                <a:effectLst/>
                <a:uFillTx/>
                <a:latin typeface="Times New Roman"/>
                <a:ea typeface="Times New Roman"/>
              </a:rPr>
              <a:t>Programme Outcomes</a:t>
            </a:r>
            <a:endParaRPr lang="en-US" sz="2800" b="0" u="none" strike="noStrike">
              <a:solidFill>
                <a:srgbClr val="000000"/>
              </a:solidFill>
              <a:effectLst/>
              <a:uFillTx/>
              <a:latin typeface="Arial"/>
            </a:endParaRPr>
          </a:p>
          <a:p>
            <a:pPr>
              <a:lnSpc>
                <a:spcPct val="113000"/>
              </a:lnSpc>
              <a:tabLst>
                <a:tab pos="0" algn="l"/>
              </a:tabLst>
            </a:pPr>
            <a:r>
              <a:rPr lang="en-US" sz="1400" b="0" u="none" strike="noStrike">
                <a:solidFill>
                  <a:schemeClr val="dk1"/>
                </a:solidFill>
                <a:effectLst/>
                <a:uFillTx/>
                <a:latin typeface="Times New Roman"/>
                <a:ea typeface="Times New Roman"/>
              </a:rPr>
              <a:t>    Engineering Graduates will be able to:</a:t>
            </a:r>
            <a:endParaRPr lang="en-US" sz="1400" b="0" u="none" strike="noStrike">
              <a:solidFill>
                <a:srgbClr val="000000"/>
              </a:solidFill>
              <a:effectLst/>
              <a:uFillTx/>
              <a:latin typeface="Arial"/>
            </a:endParaRPr>
          </a:p>
          <a:p>
            <a:pPr marL="457200" algn="just">
              <a:lnSpc>
                <a:spcPct val="113000"/>
              </a:lnSpc>
              <a:tabLst>
                <a:tab pos="0" algn="l"/>
              </a:tabLst>
            </a:pPr>
            <a:r>
              <a:rPr lang="en-US" sz="1500" b="0" u="none" strike="noStrike">
                <a:solidFill>
                  <a:schemeClr val="dk1"/>
                </a:solidFill>
                <a:effectLst/>
                <a:uFillTx/>
                <a:latin typeface="Times New Roman"/>
                <a:ea typeface="Times New Roman"/>
              </a:rPr>
              <a:t>1. </a:t>
            </a:r>
            <a:r>
              <a:rPr lang="en-US" sz="1500" b="1" u="none" strike="noStrike">
                <a:solidFill>
                  <a:schemeClr val="dk1"/>
                </a:solidFill>
                <a:effectLst/>
                <a:uFillTx/>
                <a:latin typeface="Times New Roman"/>
                <a:ea typeface="Times New Roman"/>
              </a:rPr>
              <a:t>Engineering knowledge:</a:t>
            </a:r>
            <a:r>
              <a:rPr lang="en-US" sz="1500" b="0" u="none" strike="noStrike">
                <a:solidFill>
                  <a:schemeClr val="dk1"/>
                </a:solidFill>
                <a:effectLst/>
                <a:uFillTx/>
                <a:latin typeface="Times New Roman"/>
                <a:ea typeface="Times New Roman"/>
              </a:rPr>
              <a:t> Apply the knowledge of mathematics, science, engineering fundamentals, and an engineering specialization to the solution of complex engineering problems.</a:t>
            </a:r>
            <a:endParaRPr lang="en-US" sz="1500" b="0" u="none" strike="noStrike">
              <a:solidFill>
                <a:srgbClr val="000000"/>
              </a:solidFill>
              <a:effectLst/>
              <a:uFillTx/>
              <a:latin typeface="Arial"/>
            </a:endParaRPr>
          </a:p>
          <a:p>
            <a:pPr marL="457200" algn="just">
              <a:lnSpc>
                <a:spcPct val="113000"/>
              </a:lnSpc>
              <a:tabLst>
                <a:tab pos="0" algn="l"/>
              </a:tabLst>
            </a:pPr>
            <a:br>
              <a:rPr sz="1500"/>
            </a:br>
            <a:r>
              <a:rPr lang="en-US" sz="1500" b="0" u="none" strike="noStrike">
                <a:solidFill>
                  <a:schemeClr val="dk1"/>
                </a:solidFill>
                <a:effectLst/>
                <a:uFillTx/>
                <a:latin typeface="Times New Roman"/>
                <a:ea typeface="Times New Roman"/>
              </a:rPr>
              <a:t>2. </a:t>
            </a:r>
            <a:r>
              <a:rPr lang="en-US" sz="1500" b="1" u="none" strike="noStrike">
                <a:solidFill>
                  <a:schemeClr val="dk1"/>
                </a:solidFill>
                <a:effectLst/>
                <a:uFillTx/>
                <a:latin typeface="Times New Roman"/>
                <a:ea typeface="Times New Roman"/>
              </a:rPr>
              <a:t>Problem analysis:</a:t>
            </a:r>
            <a:r>
              <a:rPr lang="en-US" sz="1500" b="0" u="none" strike="noStrike">
                <a:solidFill>
                  <a:schemeClr val="dk1"/>
                </a:solidFill>
                <a:effectLst/>
                <a:uFillTx/>
                <a:latin typeface="Times New Roman"/>
                <a:ea typeface="Times New Roman"/>
              </a:rPr>
              <a:t> Identify, formulate, review research literature, and analyze complex engineering problems reaching substantiated conclusions using first principles of mathematics, natural sciences, and engineering sciences.</a:t>
            </a:r>
            <a:endParaRPr lang="en-US" sz="1500" b="0" u="none" strike="noStrike">
              <a:solidFill>
                <a:srgbClr val="000000"/>
              </a:solidFill>
              <a:effectLst/>
              <a:uFillTx/>
              <a:latin typeface="Arial"/>
            </a:endParaRPr>
          </a:p>
          <a:p>
            <a:pPr marL="457200" algn="just">
              <a:lnSpc>
                <a:spcPct val="113000"/>
              </a:lnSpc>
              <a:tabLst>
                <a:tab pos="0" algn="l"/>
              </a:tabLst>
            </a:pPr>
            <a:br>
              <a:rPr sz="1500"/>
            </a:br>
            <a:r>
              <a:rPr lang="en-US" sz="1500" b="0" u="none" strike="noStrike">
                <a:solidFill>
                  <a:schemeClr val="dk1"/>
                </a:solidFill>
                <a:effectLst/>
                <a:uFillTx/>
                <a:latin typeface="Times New Roman"/>
                <a:ea typeface="Times New Roman"/>
              </a:rPr>
              <a:t>3. </a:t>
            </a:r>
            <a:r>
              <a:rPr lang="en-US" sz="1500" b="1" u="none" strike="noStrike">
                <a:solidFill>
                  <a:schemeClr val="dk1"/>
                </a:solidFill>
                <a:effectLst/>
                <a:uFillTx/>
                <a:latin typeface="Times New Roman"/>
                <a:ea typeface="Times New Roman"/>
              </a:rPr>
              <a:t>Design/development of solutions:</a:t>
            </a:r>
            <a:r>
              <a:rPr lang="en-US" sz="1500" b="0" u="none" strike="noStrike">
                <a:solidFill>
                  <a:schemeClr val="dk1"/>
                </a:solidFill>
                <a:effectLst/>
                <a:uFillTx/>
                <a:latin typeface="Times New Roman"/>
                <a:ea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endParaRPr lang="en-US" sz="1500" b="0" u="none" strike="noStrike">
              <a:solidFill>
                <a:srgbClr val="000000"/>
              </a:solidFill>
              <a:effectLst/>
              <a:uFillTx/>
              <a:latin typeface="Arial"/>
            </a:endParaRPr>
          </a:p>
          <a:p>
            <a:pPr marL="457200" algn="just">
              <a:lnSpc>
                <a:spcPct val="113000"/>
              </a:lnSpc>
              <a:tabLst>
                <a:tab pos="0" algn="l"/>
              </a:tabLst>
            </a:pPr>
            <a:br>
              <a:rPr sz="1500"/>
            </a:br>
            <a:r>
              <a:rPr lang="en-US" sz="1500" b="0" u="none" strike="noStrike">
                <a:solidFill>
                  <a:schemeClr val="dk1"/>
                </a:solidFill>
                <a:effectLst/>
                <a:uFillTx/>
                <a:latin typeface="Times New Roman"/>
                <a:ea typeface="Times New Roman"/>
              </a:rPr>
              <a:t>4. </a:t>
            </a:r>
            <a:r>
              <a:rPr lang="en-US" sz="1500" b="1" u="none" strike="noStrike">
                <a:solidFill>
                  <a:schemeClr val="dk1"/>
                </a:solidFill>
                <a:effectLst/>
                <a:uFillTx/>
                <a:latin typeface="Times New Roman"/>
                <a:ea typeface="Times New Roman"/>
              </a:rPr>
              <a:t>Conduct investigations of complex problems:</a:t>
            </a:r>
            <a:r>
              <a:rPr lang="en-US" sz="1500" b="0" u="none" strike="noStrike">
                <a:solidFill>
                  <a:schemeClr val="dk1"/>
                </a:solidFill>
                <a:effectLst/>
                <a:uFillTx/>
                <a:latin typeface="Times New Roman"/>
                <a:ea typeface="Times New Roman"/>
              </a:rPr>
              <a:t> Use research-based knowledge and research methods including design of experiments, analysis and interpretation of data, and synthesis of the information to provide valid conclusions.</a:t>
            </a:r>
            <a:endParaRPr lang="en-US" sz="1500" b="0" u="none" strike="noStrike">
              <a:solidFill>
                <a:srgbClr val="000000"/>
              </a:solidFill>
              <a:effectLst/>
              <a:uFillTx/>
              <a:latin typeface="Arial"/>
            </a:endParaRPr>
          </a:p>
          <a:p>
            <a:pPr marL="457200" algn="just">
              <a:lnSpc>
                <a:spcPct val="113000"/>
              </a:lnSpc>
              <a:tabLst>
                <a:tab pos="0" algn="l"/>
              </a:tabLst>
            </a:pPr>
            <a:r>
              <a:rPr lang="en-US" sz="1500" b="0" u="none" strike="noStrike">
                <a:solidFill>
                  <a:schemeClr val="dk1"/>
                </a:solidFill>
                <a:effectLst/>
                <a:uFillTx/>
                <a:latin typeface="Times New Roman"/>
                <a:ea typeface="Times New Roman"/>
              </a:rPr>
              <a:t>5. </a:t>
            </a:r>
            <a:r>
              <a:rPr lang="en-US" sz="1500" b="1" u="none" strike="noStrike">
                <a:solidFill>
                  <a:schemeClr val="dk1"/>
                </a:solidFill>
                <a:effectLst/>
                <a:uFillTx/>
                <a:latin typeface="Times New Roman"/>
                <a:ea typeface="Times New Roman"/>
              </a:rPr>
              <a:t>Modern tool usage:</a:t>
            </a:r>
            <a:r>
              <a:rPr lang="en-US" sz="1500" b="0" u="none" strike="noStrike">
                <a:solidFill>
                  <a:schemeClr val="dk1"/>
                </a:solidFill>
                <a:effectLst/>
                <a:uFillTx/>
                <a:latin typeface="Times New Roman"/>
                <a:ea typeface="Times New Roman"/>
              </a:rPr>
              <a:t> Create, select, and apply appropriate techniques, resources, and modern engineering and IT tools including prediction and modeling to complex engineering activities with an understanding of the limitations.</a:t>
            </a:r>
            <a:endParaRPr lang="en-US" sz="1500" b="0" u="none" strike="noStrike">
              <a:solidFill>
                <a:srgbClr val="000000"/>
              </a:solidFill>
              <a:effectLst/>
              <a:uFillTx/>
              <a:latin typeface="Arial"/>
            </a:endParaRPr>
          </a:p>
          <a:p>
            <a:pPr>
              <a:lnSpc>
                <a:spcPct val="90000"/>
              </a:lnSpc>
              <a:spcBef>
                <a:spcPts val="1001"/>
              </a:spcBef>
              <a:tabLst>
                <a:tab pos="0" algn="l"/>
              </a:tabLst>
            </a:pPr>
            <a:endParaRPr lang="en-US" sz="3100" b="0" u="none" strike="noStrike">
              <a:solidFill>
                <a:srgbClr val="000000"/>
              </a:solidFill>
              <a:effectLst/>
              <a:uFillTx/>
              <a:latin typeface="Arial"/>
            </a:endParaRPr>
          </a:p>
        </p:txBody>
      </p:sp>
      <p:sp>
        <p:nvSpPr>
          <p:cNvPr id="90" name="Google Shape;133;p18"/>
          <p:cNvSpPr/>
          <p:nvPr/>
        </p:nvSpPr>
        <p:spPr>
          <a:xfrm>
            <a:off x="4038480" y="-1800"/>
            <a:ext cx="5857920" cy="27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91" name="PlaceHolder 1"/>
          <p:cNvSpPr>
            <a:spLocks noGrp="1"/>
          </p:cNvSpPr>
          <p:nvPr>
            <p:ph type="ftr" idx="45"/>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92" name="PlaceHolder 2"/>
          <p:cNvSpPr>
            <a:spLocks noGrp="1"/>
          </p:cNvSpPr>
          <p:nvPr>
            <p:ph type="sldNum" idx="46"/>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77E5B4D5-1363-48BD-A1FE-84704E3FB800}" type="slidenum">
              <a:rPr lang="en-US" sz="1200" b="0" u="none" strike="noStrike">
                <a:solidFill>
                  <a:srgbClr val="888888"/>
                </a:solidFill>
                <a:effectLst/>
                <a:uFillTx/>
                <a:latin typeface="Calibri"/>
                <a:ea typeface="Calibri"/>
              </a:rPr>
              <a:t>6</a:t>
            </a:fld>
            <a:endParaRPr lang="en-US" sz="1200" b="0" u="none" strike="noStrike">
              <a:solidFill>
                <a:srgbClr val="000000"/>
              </a:solidFill>
              <a:effectLst/>
              <a:uFillTx/>
              <a:latin typeface="Times New Roman"/>
            </a:endParaRPr>
          </a:p>
        </p:txBody>
      </p:sp>
      <p:sp>
        <p:nvSpPr>
          <p:cNvPr id="4" name="PlaceHolder 3"/>
          <p:cNvSpPr>
            <a:spLocks noGrp="1"/>
          </p:cNvSpPr>
          <p:nvPr>
            <p:ph type="dt" idx="1"/>
          </p:nvPr>
        </p:nvSpPr>
        <p:spPr/>
        <p:txBody>
          <a:bodyPr/>
          <a:lstStyle/>
          <a:p>
            <a:r>
              <a:rPr lang="en-US" dirty="0"/>
              <a:t>06/10/26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 name="Google Shape;141;p19"/>
          <p:cNvPicPr/>
          <p:nvPr/>
        </p:nvPicPr>
        <p:blipFill>
          <a:blip r:embed="rId2"/>
          <a:stretch/>
        </p:blipFill>
        <p:spPr>
          <a:xfrm>
            <a:off x="891360" y="243000"/>
            <a:ext cx="10577880" cy="1746360"/>
          </a:xfrm>
          <a:prstGeom prst="rect">
            <a:avLst/>
          </a:prstGeom>
          <a:noFill/>
          <a:ln w="0">
            <a:noFill/>
          </a:ln>
        </p:spPr>
      </p:pic>
      <p:sp>
        <p:nvSpPr>
          <p:cNvPr id="94" name="Google Shape;142;p19"/>
          <p:cNvSpPr/>
          <p:nvPr/>
        </p:nvSpPr>
        <p:spPr>
          <a:xfrm>
            <a:off x="140760" y="1766880"/>
            <a:ext cx="11908800" cy="4587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74320" algn="just">
              <a:lnSpc>
                <a:spcPct val="113000"/>
              </a:lnSpc>
              <a:tabLst>
                <a:tab pos="0" algn="l"/>
              </a:tabLst>
            </a:pPr>
            <a:br>
              <a:rPr sz="1200"/>
            </a:br>
            <a:r>
              <a:rPr lang="en-US" sz="1400" b="0" u="none" strike="noStrike">
                <a:solidFill>
                  <a:schemeClr val="dk1"/>
                </a:solidFill>
                <a:effectLst/>
                <a:uFillTx/>
                <a:latin typeface="Times New Roman"/>
                <a:ea typeface="Times New Roman"/>
              </a:rPr>
              <a:t>6. </a:t>
            </a:r>
            <a:r>
              <a:rPr lang="en-US" sz="1400" b="1" u="none" strike="noStrike">
                <a:solidFill>
                  <a:schemeClr val="dk1"/>
                </a:solidFill>
                <a:effectLst/>
                <a:uFillTx/>
                <a:latin typeface="Times New Roman"/>
                <a:ea typeface="Times New Roman"/>
              </a:rPr>
              <a:t>The engineer and society:</a:t>
            </a:r>
            <a:r>
              <a:rPr lang="en-US" sz="1400" b="0" u="none" strike="noStrike">
                <a:solidFill>
                  <a:schemeClr val="dk1"/>
                </a:solidFill>
                <a:effectLst/>
                <a:uFillTx/>
                <a:latin typeface="Times New Roman"/>
                <a:ea typeface="Times New Roman"/>
              </a:rPr>
              <a:t> Apply reasoning informed by the contextual knowledge to assess societal, health, safety, legal and cultural issues and the consequent responsibilities relevant to the professional engineering practice.</a:t>
            </a:r>
            <a:endParaRPr lang="en-US" sz="1400" b="0" u="none" strike="noStrike">
              <a:solidFill>
                <a:srgbClr val="000000"/>
              </a:solidFill>
              <a:effectLst/>
              <a:uFillTx/>
              <a:latin typeface="Arial"/>
            </a:endParaRPr>
          </a:p>
          <a:p>
            <a:pPr marL="274320" algn="just">
              <a:lnSpc>
                <a:spcPct val="113000"/>
              </a:lnSpc>
              <a:tabLst>
                <a:tab pos="0" algn="l"/>
              </a:tabLst>
            </a:pPr>
            <a:br>
              <a:rPr sz="1400"/>
            </a:br>
            <a:r>
              <a:rPr lang="en-US" sz="1400" b="0" u="none" strike="noStrike">
                <a:solidFill>
                  <a:schemeClr val="dk1"/>
                </a:solidFill>
                <a:effectLst/>
                <a:uFillTx/>
                <a:latin typeface="Times New Roman"/>
                <a:ea typeface="Times New Roman"/>
              </a:rPr>
              <a:t>7. </a:t>
            </a:r>
            <a:r>
              <a:rPr lang="en-US" sz="1400" b="1" u="none" strike="noStrike">
                <a:solidFill>
                  <a:schemeClr val="dk1"/>
                </a:solidFill>
                <a:effectLst/>
                <a:uFillTx/>
                <a:latin typeface="Times New Roman"/>
                <a:ea typeface="Times New Roman"/>
              </a:rPr>
              <a:t>Environment and sustainability:</a:t>
            </a:r>
            <a:r>
              <a:rPr lang="en-US" sz="1400" b="0" u="none" strike="noStrike">
                <a:solidFill>
                  <a:schemeClr val="dk1"/>
                </a:solidFill>
                <a:effectLst/>
                <a:uFillTx/>
                <a:latin typeface="Times New Roman"/>
                <a:ea typeface="Times New Roman"/>
              </a:rPr>
              <a:t> Understand the impact of the professional engineering solutions in societal and environmental contexts, and demonstrate the knowledge of, and need for sustainable development.</a:t>
            </a:r>
            <a:endParaRPr lang="en-US" sz="1400" b="0" u="none" strike="noStrike">
              <a:solidFill>
                <a:srgbClr val="000000"/>
              </a:solidFill>
              <a:effectLst/>
              <a:uFillTx/>
              <a:latin typeface="Arial"/>
            </a:endParaRPr>
          </a:p>
          <a:p>
            <a:pPr marL="274320" algn="just">
              <a:lnSpc>
                <a:spcPct val="113000"/>
              </a:lnSpc>
              <a:tabLst>
                <a:tab pos="0" algn="l"/>
              </a:tabLst>
            </a:pPr>
            <a:br>
              <a:rPr sz="1400"/>
            </a:br>
            <a:r>
              <a:rPr lang="en-US" sz="1400" b="0" u="none" strike="noStrike">
                <a:solidFill>
                  <a:schemeClr val="dk1"/>
                </a:solidFill>
                <a:effectLst/>
                <a:uFillTx/>
                <a:latin typeface="Times New Roman"/>
                <a:ea typeface="Times New Roman"/>
              </a:rPr>
              <a:t>8. </a:t>
            </a:r>
            <a:r>
              <a:rPr lang="en-US" sz="1400" b="1" u="none" strike="noStrike">
                <a:solidFill>
                  <a:schemeClr val="dk1"/>
                </a:solidFill>
                <a:effectLst/>
                <a:uFillTx/>
                <a:latin typeface="Times New Roman"/>
                <a:ea typeface="Times New Roman"/>
              </a:rPr>
              <a:t>Ethics:</a:t>
            </a:r>
            <a:r>
              <a:rPr lang="en-US" sz="1400" b="0" u="none" strike="noStrike">
                <a:solidFill>
                  <a:schemeClr val="dk1"/>
                </a:solidFill>
                <a:effectLst/>
                <a:uFillTx/>
                <a:latin typeface="Times New Roman"/>
                <a:ea typeface="Times New Roman"/>
              </a:rPr>
              <a:t> Apply ethical principles and commit to professional ethics and responsibilities and norms of the engineering practice.</a:t>
            </a:r>
            <a:endParaRPr lang="en-US" sz="1400" b="0" u="none" strike="noStrike">
              <a:solidFill>
                <a:srgbClr val="000000"/>
              </a:solidFill>
              <a:effectLst/>
              <a:uFillTx/>
              <a:latin typeface="Arial"/>
            </a:endParaRPr>
          </a:p>
          <a:p>
            <a:pPr marL="274320" algn="just">
              <a:lnSpc>
                <a:spcPct val="113000"/>
              </a:lnSpc>
              <a:tabLst>
                <a:tab pos="0" algn="l"/>
              </a:tabLst>
            </a:pPr>
            <a:br>
              <a:rPr sz="1400"/>
            </a:br>
            <a:r>
              <a:rPr lang="en-US" sz="1400" b="0" u="none" strike="noStrike">
                <a:solidFill>
                  <a:schemeClr val="dk1"/>
                </a:solidFill>
                <a:effectLst/>
                <a:uFillTx/>
                <a:latin typeface="Times New Roman"/>
                <a:ea typeface="Times New Roman"/>
              </a:rPr>
              <a:t>9. </a:t>
            </a:r>
            <a:r>
              <a:rPr lang="en-US" sz="1400" b="1" u="none" strike="noStrike">
                <a:solidFill>
                  <a:schemeClr val="dk1"/>
                </a:solidFill>
                <a:effectLst/>
                <a:uFillTx/>
                <a:latin typeface="Times New Roman"/>
                <a:ea typeface="Times New Roman"/>
              </a:rPr>
              <a:t>Individual and team work:</a:t>
            </a:r>
            <a:r>
              <a:rPr lang="en-US" sz="1400" b="0" u="none" strike="noStrike">
                <a:solidFill>
                  <a:schemeClr val="dk1"/>
                </a:solidFill>
                <a:effectLst/>
                <a:uFillTx/>
                <a:latin typeface="Times New Roman"/>
                <a:ea typeface="Times New Roman"/>
              </a:rPr>
              <a:t> Function effectively as an individual, and as a member or leader in diverse teams, and in multidisciplinary settings.</a:t>
            </a:r>
            <a:endParaRPr lang="en-US" sz="1400" b="0" u="none" strike="noStrike">
              <a:solidFill>
                <a:srgbClr val="000000"/>
              </a:solidFill>
              <a:effectLst/>
              <a:uFillTx/>
              <a:latin typeface="Arial"/>
            </a:endParaRPr>
          </a:p>
          <a:p>
            <a:pPr marL="274320" algn="just">
              <a:lnSpc>
                <a:spcPct val="113000"/>
              </a:lnSpc>
              <a:tabLst>
                <a:tab pos="0" algn="l"/>
              </a:tabLst>
            </a:pPr>
            <a:br>
              <a:rPr sz="1400"/>
            </a:br>
            <a:r>
              <a:rPr lang="en-US" sz="1400" b="0" u="none" strike="noStrike">
                <a:solidFill>
                  <a:schemeClr val="dk1"/>
                </a:solidFill>
                <a:effectLst/>
                <a:uFillTx/>
                <a:latin typeface="Times New Roman"/>
                <a:ea typeface="Times New Roman"/>
              </a:rPr>
              <a:t>10. </a:t>
            </a:r>
            <a:r>
              <a:rPr lang="en-US" sz="1400" b="1" u="none" strike="noStrike">
                <a:solidFill>
                  <a:schemeClr val="dk1"/>
                </a:solidFill>
                <a:effectLst/>
                <a:uFillTx/>
                <a:latin typeface="Times New Roman"/>
                <a:ea typeface="Times New Roman"/>
              </a:rPr>
              <a:t>Communication:</a:t>
            </a:r>
            <a:r>
              <a:rPr lang="en-US" sz="1400" b="0" u="none" strike="noStrike">
                <a:solidFill>
                  <a:schemeClr val="dk1"/>
                </a:solidFill>
                <a:effectLst/>
                <a:uFillTx/>
                <a:latin typeface="Times New Roman"/>
                <a:ea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endParaRPr lang="en-US" sz="1400" b="0" u="none" strike="noStrike">
              <a:solidFill>
                <a:srgbClr val="000000"/>
              </a:solidFill>
              <a:effectLst/>
              <a:uFillTx/>
              <a:latin typeface="Arial"/>
            </a:endParaRPr>
          </a:p>
          <a:p>
            <a:pPr marL="274320" algn="just">
              <a:lnSpc>
                <a:spcPct val="113000"/>
              </a:lnSpc>
              <a:tabLst>
                <a:tab pos="0" algn="l"/>
              </a:tabLst>
            </a:pPr>
            <a:br>
              <a:rPr sz="1400"/>
            </a:br>
            <a:r>
              <a:rPr lang="en-US" sz="1400" b="0" u="none" strike="noStrike">
                <a:solidFill>
                  <a:schemeClr val="dk1"/>
                </a:solidFill>
                <a:effectLst/>
                <a:uFillTx/>
                <a:latin typeface="Times New Roman"/>
                <a:ea typeface="Times New Roman"/>
              </a:rPr>
              <a:t>11. </a:t>
            </a:r>
            <a:r>
              <a:rPr lang="en-US" sz="1400" b="1" u="none" strike="noStrike">
                <a:solidFill>
                  <a:schemeClr val="dk1"/>
                </a:solidFill>
                <a:effectLst/>
                <a:uFillTx/>
                <a:latin typeface="Times New Roman"/>
                <a:ea typeface="Times New Roman"/>
              </a:rPr>
              <a:t>Project management and finance:</a:t>
            </a:r>
            <a:r>
              <a:rPr lang="en-US" sz="1400" b="0" u="none" strike="noStrike">
                <a:solidFill>
                  <a:schemeClr val="dk1"/>
                </a:solidFill>
                <a:effectLst/>
                <a:uFillTx/>
                <a:latin typeface="Times New Roman"/>
                <a:ea typeface="Times New Roman"/>
              </a:rPr>
              <a:t> Demonstrate knowledge and understanding of the engineering and management principles and apply these to one’s own work, as a member and leader in a team, to manage projects and in multidisciplinary environments.</a:t>
            </a:r>
            <a:br>
              <a:rPr sz="1400"/>
            </a:br>
            <a:r>
              <a:rPr lang="en-US" sz="1400" b="0" u="none" strike="noStrike">
                <a:solidFill>
                  <a:schemeClr val="dk1"/>
                </a:solidFill>
                <a:effectLst/>
                <a:uFillTx/>
                <a:latin typeface="Times New Roman"/>
                <a:ea typeface="Times New Roman"/>
              </a:rPr>
              <a:t>12. </a:t>
            </a:r>
            <a:r>
              <a:rPr lang="en-US" sz="1400" b="1" u="none" strike="noStrike">
                <a:solidFill>
                  <a:schemeClr val="dk1"/>
                </a:solidFill>
                <a:effectLst/>
                <a:uFillTx/>
                <a:latin typeface="Times New Roman"/>
                <a:ea typeface="Times New Roman"/>
              </a:rPr>
              <a:t>Life-long learning:</a:t>
            </a:r>
            <a:r>
              <a:rPr lang="en-US" sz="1400" b="0" u="none" strike="noStrike">
                <a:solidFill>
                  <a:schemeClr val="dk1"/>
                </a:solidFill>
                <a:effectLst/>
                <a:uFillTx/>
                <a:latin typeface="Times New Roman"/>
                <a:ea typeface="Times New Roman"/>
              </a:rPr>
              <a:t> Recognize the need for, and have the preparation and ability to engage in independent and life-long learning in the broadest context of technological change</a:t>
            </a:r>
            <a:r>
              <a:rPr lang="en-US" sz="1300" b="0" u="none" strike="noStrike">
                <a:solidFill>
                  <a:schemeClr val="dk1"/>
                </a:solidFill>
                <a:effectLst/>
                <a:uFillTx/>
                <a:latin typeface="Times New Roman"/>
                <a:ea typeface="Times New Roman"/>
              </a:rPr>
              <a:t>.</a:t>
            </a:r>
            <a:endParaRPr lang="en-US" sz="1300" b="0" u="none" strike="noStrike">
              <a:solidFill>
                <a:srgbClr val="000000"/>
              </a:solidFill>
              <a:effectLst/>
              <a:uFillTx/>
              <a:latin typeface="Arial"/>
            </a:endParaRPr>
          </a:p>
          <a:p>
            <a:pPr marL="274320" algn="just">
              <a:lnSpc>
                <a:spcPct val="113000"/>
              </a:lnSpc>
              <a:tabLst>
                <a:tab pos="0" algn="l"/>
              </a:tabLst>
            </a:pPr>
            <a:endParaRPr lang="en-US" sz="1300" b="0" u="none" strike="noStrike">
              <a:solidFill>
                <a:srgbClr val="000000"/>
              </a:solidFill>
              <a:effectLst/>
              <a:uFillTx/>
              <a:latin typeface="Arial"/>
            </a:endParaRPr>
          </a:p>
          <a:p>
            <a:pPr marL="274320">
              <a:lnSpc>
                <a:spcPct val="90000"/>
              </a:lnSpc>
              <a:spcBef>
                <a:spcPts val="1001"/>
              </a:spcBef>
              <a:tabLst>
                <a:tab pos="0" algn="l"/>
              </a:tabLst>
            </a:pPr>
            <a:endParaRPr lang="en-US" sz="2800" b="0" u="none" strike="noStrike">
              <a:solidFill>
                <a:srgbClr val="000000"/>
              </a:solidFill>
              <a:effectLst/>
              <a:uFillTx/>
              <a:latin typeface="Arial"/>
            </a:endParaRPr>
          </a:p>
        </p:txBody>
      </p:sp>
      <p:sp>
        <p:nvSpPr>
          <p:cNvPr id="95" name="Google Shape;143;p19"/>
          <p:cNvSpPr/>
          <p:nvPr/>
        </p:nvSpPr>
        <p:spPr>
          <a:xfrm>
            <a:off x="4038480" y="-1800"/>
            <a:ext cx="5857920" cy="27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96" name="PlaceHolder 1"/>
          <p:cNvSpPr>
            <a:spLocks noGrp="1"/>
          </p:cNvSpPr>
          <p:nvPr>
            <p:ph type="ftr" idx="47"/>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97" name="PlaceHolder 2"/>
          <p:cNvSpPr>
            <a:spLocks noGrp="1"/>
          </p:cNvSpPr>
          <p:nvPr>
            <p:ph type="sldNum" idx="48"/>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CA6DDBFF-2F3E-408C-9567-37614295CDA2}" type="slidenum">
              <a:rPr lang="en-US" sz="1200" b="0" u="none" strike="noStrike">
                <a:solidFill>
                  <a:srgbClr val="888888"/>
                </a:solidFill>
                <a:effectLst/>
                <a:uFillTx/>
                <a:latin typeface="Calibri"/>
                <a:ea typeface="Calibri"/>
              </a:rPr>
              <a:t>7</a:t>
            </a:fld>
            <a:endParaRPr lang="en-US" sz="1200" b="0" u="none" strike="noStrike">
              <a:solidFill>
                <a:srgbClr val="000000"/>
              </a:solidFill>
              <a:effectLst/>
              <a:uFillTx/>
              <a:latin typeface="Times New Roman"/>
            </a:endParaRPr>
          </a:p>
        </p:txBody>
      </p:sp>
      <p:sp>
        <p:nvSpPr>
          <p:cNvPr id="4" name="PlaceHolder 3"/>
          <p:cNvSpPr>
            <a:spLocks noGrp="1"/>
          </p:cNvSpPr>
          <p:nvPr>
            <p:ph type="dt" idx="1"/>
          </p:nvPr>
        </p:nvSpPr>
        <p:spPr/>
        <p:txBody>
          <a:bodyPr/>
          <a:lstStyle/>
          <a:p>
            <a:r>
              <a:rPr lang="en-US" dirty="0"/>
              <a:t>06/10/26</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 name="Google Shape;151;p20"/>
          <p:cNvPicPr/>
          <p:nvPr/>
        </p:nvPicPr>
        <p:blipFill>
          <a:blip r:embed="rId2"/>
          <a:stretch/>
        </p:blipFill>
        <p:spPr>
          <a:xfrm>
            <a:off x="891360" y="243000"/>
            <a:ext cx="10577880" cy="1746360"/>
          </a:xfrm>
          <a:prstGeom prst="rect">
            <a:avLst/>
          </a:prstGeom>
          <a:noFill/>
          <a:ln w="0">
            <a:noFill/>
          </a:ln>
        </p:spPr>
      </p:pic>
      <p:sp>
        <p:nvSpPr>
          <p:cNvPr id="99" name="Google Shape;152;p20"/>
          <p:cNvSpPr/>
          <p:nvPr/>
        </p:nvSpPr>
        <p:spPr>
          <a:xfrm>
            <a:off x="603360" y="2291760"/>
            <a:ext cx="11155320" cy="4046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a:lnSpc>
                <a:spcPct val="113000"/>
              </a:lnSpc>
              <a:tabLst>
                <a:tab pos="0" algn="l"/>
              </a:tabLst>
            </a:pPr>
            <a:r>
              <a:rPr lang="en-US" sz="2800" b="1" u="sng" strike="noStrike">
                <a:solidFill>
                  <a:schemeClr val="dk1"/>
                </a:solidFill>
                <a:effectLst/>
                <a:uFillTx/>
                <a:latin typeface="Times New Roman"/>
                <a:ea typeface="Times New Roman"/>
              </a:rPr>
              <a:t>Programme Specific Outcomes (PSOs)</a:t>
            </a:r>
            <a:endParaRPr lang="en-US" sz="2800" b="0" u="none" strike="noStrike">
              <a:solidFill>
                <a:srgbClr val="000000"/>
              </a:solidFill>
              <a:effectLst/>
              <a:uFillTx/>
              <a:latin typeface="Arial"/>
            </a:endParaRPr>
          </a:p>
          <a:p>
            <a:pPr algn="ctr">
              <a:lnSpc>
                <a:spcPct val="113000"/>
              </a:lnSpc>
              <a:tabLst>
                <a:tab pos="0" algn="l"/>
              </a:tabLst>
            </a:pPr>
            <a:endParaRPr lang="en-US" sz="1800" b="0" u="none" strike="noStrike">
              <a:solidFill>
                <a:srgbClr val="000000"/>
              </a:solidFill>
              <a:effectLst/>
              <a:uFillTx/>
              <a:latin typeface="Arial"/>
            </a:endParaRPr>
          </a:p>
          <a:p>
            <a:pPr algn="just">
              <a:lnSpc>
                <a:spcPct val="113000"/>
              </a:lnSpc>
              <a:tabLst>
                <a:tab pos="0" algn="l"/>
              </a:tabLst>
            </a:pPr>
            <a:r>
              <a:rPr lang="en-US" sz="1800" b="0" u="none" strike="noStrike">
                <a:solidFill>
                  <a:schemeClr val="dk1"/>
                </a:solidFill>
                <a:effectLst/>
                <a:uFillTx/>
                <a:latin typeface="Times New Roman"/>
                <a:ea typeface="Times New Roman"/>
              </a:rPr>
              <a:t> On the completion of Computer Science &amp; Engineering program, the students will possess:</a:t>
            </a:r>
            <a:endParaRPr lang="en-US" sz="1800" b="0" u="none" strike="noStrike">
              <a:solidFill>
                <a:srgbClr val="000000"/>
              </a:solidFill>
              <a:effectLst/>
              <a:uFillTx/>
              <a:latin typeface="Arial"/>
            </a:endParaRPr>
          </a:p>
          <a:p>
            <a:pPr marL="228600" indent="-228600" algn="just">
              <a:lnSpc>
                <a:spcPct val="150000"/>
              </a:lnSpc>
              <a:spcBef>
                <a:spcPts val="1199"/>
              </a:spcBef>
              <a:buClr>
                <a:srgbClr val="000000"/>
              </a:buClr>
              <a:buFont typeface="Arial"/>
              <a:buChar char="•"/>
              <a:tabLst>
                <a:tab pos="0" algn="l"/>
              </a:tabLst>
            </a:pPr>
            <a:r>
              <a:rPr lang="en-US" sz="1800" b="0" u="none" strike="noStrike">
                <a:solidFill>
                  <a:schemeClr val="dk1"/>
                </a:solidFill>
                <a:effectLst/>
                <a:uFillTx/>
                <a:latin typeface="Times New Roman"/>
                <a:ea typeface="Times New Roman"/>
              </a:rPr>
              <a:t> </a:t>
            </a:r>
            <a:r>
              <a:rPr lang="en-US" sz="1800" b="1" u="none" strike="noStrike">
                <a:solidFill>
                  <a:schemeClr val="dk1"/>
                </a:solidFill>
                <a:effectLst/>
                <a:uFillTx/>
                <a:latin typeface="Times New Roman"/>
                <a:ea typeface="Times New Roman"/>
              </a:rPr>
              <a:t>PSO 1</a:t>
            </a:r>
            <a:r>
              <a:rPr lang="en-US" sz="1800" b="0" u="none" strike="noStrike">
                <a:solidFill>
                  <a:schemeClr val="dk1"/>
                </a:solidFill>
                <a:effectLst/>
                <a:uFillTx/>
                <a:latin typeface="Times New Roman"/>
                <a:ea typeface="Times New Roman"/>
              </a:rPr>
              <a:t>: Apply cyber security principles to mitigate cyber risk and analyze security requirements of an organization.</a:t>
            </a:r>
            <a:endParaRPr lang="en-US" sz="1800" b="0" u="none" strike="noStrike">
              <a:solidFill>
                <a:srgbClr val="000000"/>
              </a:solidFill>
              <a:effectLst/>
              <a:uFillTx/>
              <a:latin typeface="Arial"/>
            </a:endParaRPr>
          </a:p>
          <a:p>
            <a:pPr marL="228600" indent="-228600" algn="just">
              <a:lnSpc>
                <a:spcPct val="150000"/>
              </a:lnSpc>
              <a:spcBef>
                <a:spcPts val="2398"/>
              </a:spcBef>
              <a:buClr>
                <a:srgbClr val="000000"/>
              </a:buClr>
              <a:buFont typeface="Arial"/>
              <a:buChar char="•"/>
              <a:tabLst>
                <a:tab pos="0" algn="l"/>
              </a:tabLst>
            </a:pPr>
            <a:r>
              <a:rPr lang="en-US" sz="1800" b="1" u="none" strike="noStrike">
                <a:solidFill>
                  <a:schemeClr val="dk1"/>
                </a:solidFill>
                <a:effectLst/>
                <a:uFillTx/>
                <a:latin typeface="Times New Roman"/>
                <a:ea typeface="Times New Roman"/>
              </a:rPr>
              <a:t>PSO 2</a:t>
            </a:r>
            <a:r>
              <a:rPr lang="en-US" sz="1800" b="0" u="none" strike="noStrike">
                <a:solidFill>
                  <a:schemeClr val="dk1"/>
                </a:solidFill>
                <a:effectLst/>
                <a:uFillTx/>
                <a:latin typeface="Times New Roman"/>
                <a:ea typeface="Times New Roman"/>
              </a:rPr>
              <a:t>: Develop and deploy secure software and infrastructure using modern tools and industry standards. </a:t>
            </a:r>
            <a:endParaRPr lang="en-US" sz="1800" b="0" u="none" strike="noStrike">
              <a:solidFill>
                <a:srgbClr val="000000"/>
              </a:solidFill>
              <a:effectLst/>
              <a:uFillTx/>
              <a:latin typeface="Arial"/>
            </a:endParaRPr>
          </a:p>
          <a:p>
            <a:pPr marL="228600" indent="-228600" algn="just">
              <a:lnSpc>
                <a:spcPct val="150000"/>
              </a:lnSpc>
              <a:spcBef>
                <a:spcPts val="2398"/>
              </a:spcBef>
              <a:buClr>
                <a:srgbClr val="000000"/>
              </a:buClr>
              <a:buFont typeface="Arial"/>
              <a:buChar char="•"/>
              <a:tabLst>
                <a:tab pos="0" algn="l"/>
              </a:tabLst>
            </a:pPr>
            <a:r>
              <a:rPr lang="en-US" sz="1800" b="1" u="none" strike="noStrike">
                <a:solidFill>
                  <a:schemeClr val="dk1"/>
                </a:solidFill>
                <a:effectLst/>
                <a:uFillTx/>
                <a:latin typeface="Times New Roman"/>
                <a:ea typeface="Times New Roman"/>
              </a:rPr>
              <a:t>PSO 3</a:t>
            </a:r>
            <a:r>
              <a:rPr lang="en-US" sz="1800" b="0" u="none" strike="noStrike">
                <a:solidFill>
                  <a:schemeClr val="dk1"/>
                </a:solidFill>
                <a:effectLst/>
                <a:uFillTx/>
                <a:latin typeface="Times New Roman"/>
                <a:ea typeface="Times New Roman"/>
              </a:rPr>
              <a:t>: Uphold ethical, legal, and societal responsibilities while protecting privacy, data, and digital assets.</a:t>
            </a:r>
            <a:endParaRPr lang="en-US" sz="1800" b="0" u="none" strike="noStrike">
              <a:solidFill>
                <a:srgbClr val="000000"/>
              </a:solidFill>
              <a:effectLst/>
              <a:uFillTx/>
              <a:latin typeface="Arial"/>
            </a:endParaRPr>
          </a:p>
          <a:p>
            <a:pPr algn="just">
              <a:lnSpc>
                <a:spcPct val="113000"/>
              </a:lnSpc>
              <a:spcBef>
                <a:spcPts val="1199"/>
              </a:spcBef>
              <a:tabLst>
                <a:tab pos="0" algn="l"/>
              </a:tabLst>
            </a:pPr>
            <a:endParaRPr lang="en-US" sz="1600" b="0" u="none" strike="noStrike">
              <a:solidFill>
                <a:srgbClr val="000000"/>
              </a:solidFill>
              <a:effectLst/>
              <a:uFillTx/>
              <a:latin typeface="Arial"/>
            </a:endParaRPr>
          </a:p>
          <a:p>
            <a:pPr>
              <a:lnSpc>
                <a:spcPct val="90000"/>
              </a:lnSpc>
              <a:spcBef>
                <a:spcPts val="1001"/>
              </a:spcBef>
              <a:tabLst>
                <a:tab pos="0" algn="l"/>
              </a:tabLst>
            </a:pPr>
            <a:endParaRPr lang="en-US" sz="3200" b="0" u="none" strike="noStrike">
              <a:solidFill>
                <a:srgbClr val="000000"/>
              </a:solidFill>
              <a:effectLst/>
              <a:uFillTx/>
              <a:latin typeface="Arial"/>
            </a:endParaRPr>
          </a:p>
        </p:txBody>
      </p:sp>
      <p:sp>
        <p:nvSpPr>
          <p:cNvPr id="100" name="Google Shape;153;p20"/>
          <p:cNvSpPr/>
          <p:nvPr/>
        </p:nvSpPr>
        <p:spPr>
          <a:xfrm>
            <a:off x="4038480" y="-1800"/>
            <a:ext cx="5857920" cy="27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101" name="PlaceHolder 1"/>
          <p:cNvSpPr>
            <a:spLocks noGrp="1"/>
          </p:cNvSpPr>
          <p:nvPr>
            <p:ph type="ftr" idx="49"/>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02" name="PlaceHolder 2"/>
          <p:cNvSpPr>
            <a:spLocks noGrp="1"/>
          </p:cNvSpPr>
          <p:nvPr>
            <p:ph type="sldNum" idx="50"/>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818152E5-5096-49B8-B347-BCBC10FBFA63}" type="slidenum">
              <a:rPr lang="en-US" sz="1200" b="0" u="none" strike="noStrike">
                <a:solidFill>
                  <a:srgbClr val="888888"/>
                </a:solidFill>
                <a:effectLst/>
                <a:uFillTx/>
                <a:latin typeface="Calibri"/>
                <a:ea typeface="Calibri"/>
              </a:rPr>
              <a:t>8</a:t>
            </a:fld>
            <a:endParaRPr lang="en-US" sz="1200" b="0" u="none" strike="noStrike">
              <a:solidFill>
                <a:srgbClr val="000000"/>
              </a:solidFill>
              <a:effectLst/>
              <a:uFillTx/>
              <a:latin typeface="Times New Roman"/>
            </a:endParaRPr>
          </a:p>
        </p:txBody>
      </p:sp>
      <p:sp>
        <p:nvSpPr>
          <p:cNvPr id="4" name="PlaceHolder 3"/>
          <p:cNvSpPr>
            <a:spLocks noGrp="1"/>
          </p:cNvSpPr>
          <p:nvPr>
            <p:ph type="dt" idx="1"/>
          </p:nvPr>
        </p:nvSpPr>
        <p:spPr/>
        <p:txBody>
          <a:bodyPr/>
          <a:lstStyle/>
          <a:p>
            <a:r>
              <a:rPr lang="en-US" dirty="0"/>
              <a:t>06/10/26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 name="Google Shape;161;p21"/>
          <p:cNvPicPr/>
          <p:nvPr/>
        </p:nvPicPr>
        <p:blipFill>
          <a:blip r:embed="rId2"/>
          <a:stretch/>
        </p:blipFill>
        <p:spPr>
          <a:xfrm>
            <a:off x="891360" y="243000"/>
            <a:ext cx="10577880" cy="1746360"/>
          </a:xfrm>
          <a:prstGeom prst="rect">
            <a:avLst/>
          </a:prstGeom>
          <a:noFill/>
          <a:ln w="0">
            <a:noFill/>
          </a:ln>
        </p:spPr>
      </p:pic>
      <p:sp>
        <p:nvSpPr>
          <p:cNvPr id="104" name="Google Shape;162;p21"/>
          <p:cNvSpPr/>
          <p:nvPr/>
        </p:nvSpPr>
        <p:spPr>
          <a:xfrm>
            <a:off x="1319400" y="1990800"/>
            <a:ext cx="9559080" cy="4767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0" algn="l"/>
              </a:tabLst>
            </a:pPr>
            <a:r>
              <a:rPr lang="en-US" sz="4000" b="1" u="sng" strike="noStrike">
                <a:solidFill>
                  <a:schemeClr val="dk1"/>
                </a:solidFill>
                <a:effectLst/>
                <a:uFillTx/>
                <a:latin typeface="Times New Roman"/>
                <a:ea typeface="Times New Roman"/>
              </a:rPr>
              <a:t>CONTENTS</a:t>
            </a:r>
            <a:endParaRPr lang="en-US" sz="4000" b="0" u="none" strike="noStrike">
              <a:solidFill>
                <a:srgbClr val="000000"/>
              </a:solidFill>
              <a:effectLst/>
              <a:uFillTx/>
              <a:latin typeface="Arial"/>
            </a:endParaRPr>
          </a:p>
          <a:p>
            <a:pPr>
              <a:lnSpc>
                <a:spcPct val="100000"/>
              </a:lnSpc>
              <a:tabLst>
                <a:tab pos="0" algn="l"/>
              </a:tabLst>
            </a:pPr>
            <a:endParaRPr lang="en-US" sz="2000" b="0" u="none" strike="noStrike">
              <a:solidFill>
                <a:srgbClr val="000000"/>
              </a:solidFill>
              <a:effectLst/>
              <a:uFillTx/>
              <a:latin typeface="Arial"/>
            </a:endParaRPr>
          </a:p>
          <a:p>
            <a:pPr marL="228600" indent="-228600">
              <a:lnSpc>
                <a:spcPct val="100000"/>
              </a:lnSpc>
              <a:spcBef>
                <a:spcPts val="1191"/>
              </a:spcBef>
              <a:spcAft>
                <a:spcPts val="992"/>
              </a:spcAft>
              <a:buClr>
                <a:srgbClr val="002060"/>
              </a:buClr>
              <a:buFont typeface="Arial"/>
              <a:buChar char="•"/>
              <a:tabLst>
                <a:tab pos="0" algn="l"/>
              </a:tabLst>
            </a:pPr>
            <a:r>
              <a:rPr lang="en-US" sz="2400" b="1" u="none" strike="noStrike">
                <a:solidFill>
                  <a:srgbClr val="002060"/>
                </a:solidFill>
                <a:effectLst/>
                <a:uFillTx/>
                <a:latin typeface="Times New Roman"/>
                <a:ea typeface="Times New Roman"/>
              </a:rPr>
              <a:t>Motivation</a:t>
            </a:r>
            <a:endParaRPr lang="en-US" sz="2400" b="0" u="none" strike="noStrike">
              <a:solidFill>
                <a:srgbClr val="000000"/>
              </a:solidFill>
              <a:effectLst/>
              <a:uFillTx/>
              <a:latin typeface="Arial"/>
            </a:endParaRPr>
          </a:p>
          <a:p>
            <a:pPr marL="228600" indent="-228600">
              <a:lnSpc>
                <a:spcPct val="100000"/>
              </a:lnSpc>
              <a:spcBef>
                <a:spcPts val="1191"/>
              </a:spcBef>
              <a:spcAft>
                <a:spcPts val="992"/>
              </a:spcAft>
              <a:buClr>
                <a:srgbClr val="002060"/>
              </a:buClr>
              <a:buFont typeface="Arial"/>
              <a:buChar char="•"/>
              <a:tabLst>
                <a:tab pos="0" algn="l"/>
              </a:tabLst>
            </a:pPr>
            <a:r>
              <a:rPr lang="en-US" sz="2400" b="1" u="none" strike="noStrike">
                <a:solidFill>
                  <a:srgbClr val="002060"/>
                </a:solidFill>
                <a:effectLst/>
                <a:uFillTx/>
                <a:latin typeface="Times New Roman"/>
                <a:ea typeface="Times New Roman"/>
              </a:rPr>
              <a:t>Introduction</a:t>
            </a:r>
            <a:endParaRPr lang="en-US" sz="2400" b="0" u="none" strike="noStrike">
              <a:solidFill>
                <a:srgbClr val="000000"/>
              </a:solidFill>
              <a:effectLst/>
              <a:uFillTx/>
              <a:latin typeface="Arial"/>
            </a:endParaRPr>
          </a:p>
          <a:p>
            <a:pPr marL="228600" indent="-228600">
              <a:lnSpc>
                <a:spcPct val="100000"/>
              </a:lnSpc>
              <a:spcBef>
                <a:spcPts val="1191"/>
              </a:spcBef>
              <a:spcAft>
                <a:spcPts val="992"/>
              </a:spcAft>
              <a:buClr>
                <a:srgbClr val="002060"/>
              </a:buClr>
              <a:buFont typeface="Arial"/>
              <a:buChar char="•"/>
              <a:tabLst>
                <a:tab pos="0" algn="l"/>
              </a:tabLst>
            </a:pPr>
            <a:r>
              <a:rPr lang="en-US" sz="2400" b="1" u="none" strike="noStrike">
                <a:solidFill>
                  <a:srgbClr val="002060"/>
                </a:solidFill>
                <a:effectLst/>
                <a:uFillTx/>
                <a:latin typeface="Times New Roman"/>
                <a:ea typeface="Times New Roman"/>
              </a:rPr>
              <a:t>Problem Statement</a:t>
            </a:r>
            <a:endParaRPr lang="en-US" sz="2400" b="0" u="none" strike="noStrike">
              <a:solidFill>
                <a:srgbClr val="000000"/>
              </a:solidFill>
              <a:effectLst/>
              <a:uFillTx/>
              <a:latin typeface="Arial"/>
            </a:endParaRPr>
          </a:p>
          <a:p>
            <a:pPr marL="228600" indent="-228600">
              <a:lnSpc>
                <a:spcPct val="100000"/>
              </a:lnSpc>
              <a:spcBef>
                <a:spcPts val="1191"/>
              </a:spcBef>
              <a:spcAft>
                <a:spcPts val="992"/>
              </a:spcAft>
              <a:buClr>
                <a:srgbClr val="002060"/>
              </a:buClr>
              <a:buFont typeface="Arial"/>
              <a:buChar char="•"/>
              <a:tabLst>
                <a:tab pos="0" algn="l"/>
              </a:tabLst>
            </a:pPr>
            <a:r>
              <a:rPr lang="en-US" sz="2400" b="1" u="none" strike="noStrike">
                <a:solidFill>
                  <a:srgbClr val="002060"/>
                </a:solidFill>
                <a:effectLst/>
                <a:uFillTx/>
                <a:latin typeface="Times New Roman"/>
                <a:ea typeface="Times New Roman"/>
              </a:rPr>
              <a:t>Proposed Method </a:t>
            </a:r>
            <a:endParaRPr lang="en-US" sz="2400" b="0" u="none" strike="noStrike">
              <a:solidFill>
                <a:srgbClr val="000000"/>
              </a:solidFill>
              <a:effectLst/>
              <a:uFillTx/>
              <a:latin typeface="Arial"/>
            </a:endParaRPr>
          </a:p>
          <a:p>
            <a:pPr marL="228600" indent="-228600">
              <a:lnSpc>
                <a:spcPct val="100000"/>
              </a:lnSpc>
              <a:spcBef>
                <a:spcPts val="1191"/>
              </a:spcBef>
              <a:spcAft>
                <a:spcPts val="992"/>
              </a:spcAft>
              <a:buClr>
                <a:srgbClr val="002060"/>
              </a:buClr>
              <a:buFont typeface="Arial"/>
              <a:buChar char="•"/>
              <a:tabLst>
                <a:tab pos="0" algn="l"/>
              </a:tabLst>
            </a:pPr>
            <a:r>
              <a:rPr lang="en-US" sz="2400" b="1" u="none" strike="noStrike">
                <a:solidFill>
                  <a:srgbClr val="002060"/>
                </a:solidFill>
                <a:effectLst/>
                <a:uFillTx/>
                <a:latin typeface="Times New Roman"/>
                <a:ea typeface="Times New Roman"/>
              </a:rPr>
              <a:t>Basic Block Diagram</a:t>
            </a:r>
            <a:endParaRPr lang="en-US" sz="2400" b="0" u="none" strike="noStrike">
              <a:solidFill>
                <a:srgbClr val="000000"/>
              </a:solidFill>
              <a:effectLst/>
              <a:uFillTx/>
              <a:latin typeface="Arial"/>
            </a:endParaRPr>
          </a:p>
          <a:p>
            <a:pPr marL="228600" indent="-228600">
              <a:lnSpc>
                <a:spcPct val="100000"/>
              </a:lnSpc>
              <a:spcBef>
                <a:spcPts val="1191"/>
              </a:spcBef>
              <a:spcAft>
                <a:spcPts val="992"/>
              </a:spcAft>
              <a:buClr>
                <a:srgbClr val="002060"/>
              </a:buClr>
              <a:buFont typeface="Arial"/>
              <a:buChar char="•"/>
              <a:tabLst>
                <a:tab pos="0" algn="l"/>
              </a:tabLst>
            </a:pPr>
            <a:endParaRPr lang="en-US" sz="2400" b="0" u="none" strike="noStrike">
              <a:solidFill>
                <a:srgbClr val="000000"/>
              </a:solidFill>
              <a:effectLst/>
              <a:uFillTx/>
              <a:latin typeface="Arial"/>
            </a:endParaRPr>
          </a:p>
        </p:txBody>
      </p:sp>
      <p:sp>
        <p:nvSpPr>
          <p:cNvPr id="105" name="Google Shape;163;p21"/>
          <p:cNvSpPr/>
          <p:nvPr/>
        </p:nvSpPr>
        <p:spPr>
          <a:xfrm>
            <a:off x="4038480" y="-1800"/>
            <a:ext cx="5857920" cy="27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106" name="PlaceHolder 1"/>
          <p:cNvSpPr>
            <a:spLocks noGrp="1"/>
          </p:cNvSpPr>
          <p:nvPr>
            <p:ph type="ftr" idx="51"/>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07" name="PlaceHolder 2"/>
          <p:cNvSpPr>
            <a:spLocks noGrp="1"/>
          </p:cNvSpPr>
          <p:nvPr>
            <p:ph type="sldNum" idx="52"/>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41D51CC8-B4D3-4232-AF53-6BCBD1021B2C}" type="slidenum">
              <a:rPr lang="en-US" sz="1200" b="0" u="none" strike="noStrike">
                <a:solidFill>
                  <a:srgbClr val="888888"/>
                </a:solidFill>
                <a:effectLst/>
                <a:uFillTx/>
                <a:latin typeface="Calibri"/>
                <a:ea typeface="Calibri"/>
              </a:rPr>
              <a:t>9</a:t>
            </a:fld>
            <a:endParaRPr lang="en-US" sz="1200" b="0" u="none" strike="noStrike">
              <a:solidFill>
                <a:srgbClr val="000000"/>
              </a:solidFill>
              <a:effectLst/>
              <a:uFillTx/>
              <a:latin typeface="Times New Roman"/>
            </a:endParaRPr>
          </a:p>
        </p:txBody>
      </p:sp>
      <p:sp>
        <p:nvSpPr>
          <p:cNvPr id="108" name="TextBox 107"/>
          <p:cNvSpPr txBox="1"/>
          <p:nvPr/>
        </p:nvSpPr>
        <p:spPr>
          <a:xfrm>
            <a:off x="7222320" y="2780563"/>
            <a:ext cx="4114800" cy="3717513"/>
          </a:xfrm>
          <a:prstGeom prst="rect">
            <a:avLst/>
          </a:prstGeom>
          <a:noFill/>
          <a:ln w="0">
            <a:noFill/>
          </a:ln>
        </p:spPr>
        <p:txBody>
          <a:bodyPr lIns="90000" tIns="45000" rIns="90000" bIns="45000" anchor="t">
            <a:spAutoFit/>
          </a:bodyPr>
          <a:lstStyle/>
          <a:p>
            <a:pPr marL="228600" indent="-228600">
              <a:lnSpc>
                <a:spcPct val="100000"/>
              </a:lnSpc>
              <a:spcBef>
                <a:spcPts val="1191"/>
              </a:spcBef>
              <a:spcAft>
                <a:spcPts val="992"/>
              </a:spcAft>
              <a:buClr>
                <a:srgbClr val="002060"/>
              </a:buClr>
              <a:buFont typeface="Arial"/>
              <a:buChar char="•"/>
              <a:tabLst>
                <a:tab pos="0" algn="l"/>
              </a:tabLst>
            </a:pPr>
            <a:r>
              <a:rPr lang="en-US" sz="2400" b="1" u="none" strike="noStrike" dirty="0">
                <a:solidFill>
                  <a:srgbClr val="002060"/>
                </a:solidFill>
                <a:effectLst/>
                <a:uFillTx/>
                <a:latin typeface="Times New Roman"/>
                <a:ea typeface="Times New Roman"/>
              </a:rPr>
              <a:t>Detailed Block Diagram</a:t>
            </a:r>
            <a:endParaRPr lang="en-US" sz="2400" b="0" u="none" strike="noStrike" dirty="0">
              <a:solidFill>
                <a:srgbClr val="000000"/>
              </a:solidFill>
              <a:effectLst/>
              <a:uFillTx/>
              <a:latin typeface="Arial"/>
            </a:endParaRPr>
          </a:p>
          <a:p>
            <a:pPr marL="228600" indent="-228600">
              <a:lnSpc>
                <a:spcPct val="100000"/>
              </a:lnSpc>
              <a:spcBef>
                <a:spcPts val="1191"/>
              </a:spcBef>
              <a:spcAft>
                <a:spcPts val="992"/>
              </a:spcAft>
              <a:buClr>
                <a:srgbClr val="002060"/>
              </a:buClr>
              <a:buFont typeface="Arial"/>
              <a:buChar char="•"/>
              <a:tabLst>
                <a:tab pos="0" algn="l"/>
              </a:tabLst>
            </a:pPr>
            <a:r>
              <a:rPr lang="en-US" sz="2400" b="1" u="none" strike="noStrike" dirty="0">
                <a:solidFill>
                  <a:srgbClr val="002060"/>
                </a:solidFill>
                <a:effectLst/>
                <a:uFillTx/>
                <a:latin typeface="Times New Roman"/>
                <a:ea typeface="Times New Roman"/>
              </a:rPr>
              <a:t>Components Required</a:t>
            </a:r>
            <a:endParaRPr lang="en-US" sz="2400" b="0" u="none" strike="noStrike" dirty="0">
              <a:solidFill>
                <a:srgbClr val="000000"/>
              </a:solidFill>
              <a:effectLst/>
              <a:uFillTx/>
              <a:latin typeface="Arial"/>
            </a:endParaRPr>
          </a:p>
          <a:p>
            <a:pPr marL="228600" indent="-228600">
              <a:lnSpc>
                <a:spcPct val="100000"/>
              </a:lnSpc>
              <a:spcBef>
                <a:spcPts val="1191"/>
              </a:spcBef>
              <a:spcAft>
                <a:spcPts val="992"/>
              </a:spcAft>
              <a:buClr>
                <a:srgbClr val="002060"/>
              </a:buClr>
              <a:buFont typeface="Arial"/>
              <a:buChar char="•"/>
              <a:tabLst>
                <a:tab pos="0" algn="l"/>
              </a:tabLst>
            </a:pPr>
            <a:r>
              <a:rPr lang="en-US" sz="2400" b="1" u="none" strike="noStrike" dirty="0">
                <a:solidFill>
                  <a:srgbClr val="002060"/>
                </a:solidFill>
                <a:effectLst/>
                <a:uFillTx/>
                <a:latin typeface="Times New Roman"/>
                <a:ea typeface="Times New Roman"/>
              </a:rPr>
              <a:t>Circuit Diagram</a:t>
            </a:r>
            <a:endParaRPr lang="en-US" sz="2400" b="0" u="none" strike="noStrike" dirty="0">
              <a:solidFill>
                <a:srgbClr val="000000"/>
              </a:solidFill>
              <a:effectLst/>
              <a:uFillTx/>
              <a:latin typeface="Arial"/>
            </a:endParaRPr>
          </a:p>
          <a:p>
            <a:pPr marL="228600" indent="-228600">
              <a:lnSpc>
                <a:spcPct val="100000"/>
              </a:lnSpc>
              <a:spcBef>
                <a:spcPts val="1191"/>
              </a:spcBef>
              <a:spcAft>
                <a:spcPts val="992"/>
              </a:spcAft>
              <a:buClr>
                <a:srgbClr val="002060"/>
              </a:buClr>
              <a:buFont typeface="Arial"/>
              <a:buChar char="•"/>
              <a:tabLst>
                <a:tab pos="0" algn="l"/>
              </a:tabLst>
            </a:pPr>
            <a:r>
              <a:rPr lang="en-US" sz="2400" b="1" u="none" strike="noStrike" dirty="0">
                <a:solidFill>
                  <a:srgbClr val="002060"/>
                </a:solidFill>
                <a:effectLst/>
                <a:uFillTx/>
                <a:latin typeface="Times New Roman"/>
              </a:rPr>
              <a:t>Result </a:t>
            </a:r>
            <a:endParaRPr lang="en-US" sz="2400" b="0" u="none" strike="noStrike" dirty="0">
              <a:solidFill>
                <a:srgbClr val="000000"/>
              </a:solidFill>
              <a:effectLst/>
              <a:uFillTx/>
              <a:latin typeface="Arial"/>
            </a:endParaRPr>
          </a:p>
          <a:p>
            <a:pPr marL="228600" indent="-228600">
              <a:lnSpc>
                <a:spcPct val="100000"/>
              </a:lnSpc>
              <a:spcBef>
                <a:spcPts val="1191"/>
              </a:spcBef>
              <a:spcAft>
                <a:spcPts val="992"/>
              </a:spcAft>
              <a:buClr>
                <a:srgbClr val="002060"/>
              </a:buClr>
              <a:buFont typeface="Arial"/>
              <a:buChar char="•"/>
              <a:tabLst>
                <a:tab pos="0" algn="l"/>
              </a:tabLst>
            </a:pPr>
            <a:r>
              <a:rPr lang="en-US" sz="2400" b="1" dirty="0">
                <a:solidFill>
                  <a:srgbClr val="002060"/>
                </a:solidFill>
                <a:latin typeface="Times New Roman"/>
              </a:rPr>
              <a:t>Conclusion</a:t>
            </a:r>
            <a:endParaRPr lang="en-US" sz="2400" b="0" u="none" strike="noStrike" dirty="0">
              <a:solidFill>
                <a:srgbClr val="000000"/>
              </a:solidFill>
              <a:effectLst/>
              <a:uFillTx/>
              <a:latin typeface="Arial"/>
            </a:endParaRPr>
          </a:p>
          <a:p>
            <a:pPr marL="228600" indent="-228600">
              <a:lnSpc>
                <a:spcPct val="100000"/>
              </a:lnSpc>
              <a:spcBef>
                <a:spcPts val="1191"/>
              </a:spcBef>
              <a:spcAft>
                <a:spcPts val="992"/>
              </a:spcAft>
              <a:buClr>
                <a:srgbClr val="002060"/>
              </a:buClr>
              <a:buFont typeface="Arial"/>
              <a:buChar char="•"/>
              <a:tabLst>
                <a:tab pos="0" algn="l"/>
              </a:tabLst>
            </a:pPr>
            <a:r>
              <a:rPr lang="en-US" sz="2400" b="1" u="none" strike="noStrike" dirty="0">
                <a:solidFill>
                  <a:srgbClr val="002060"/>
                </a:solidFill>
                <a:effectLst/>
                <a:uFillTx/>
                <a:latin typeface="Times New Roman"/>
              </a:rPr>
              <a:t>References</a:t>
            </a:r>
            <a:endParaRPr lang="en-US" sz="2400" b="0" u="none" strike="noStrike" dirty="0">
              <a:solidFill>
                <a:srgbClr val="000000"/>
              </a:solidFill>
              <a:effectLst/>
              <a:uFillTx/>
              <a:latin typeface="Arial"/>
            </a:endParaRPr>
          </a:p>
        </p:txBody>
      </p:sp>
      <p:sp>
        <p:nvSpPr>
          <p:cNvPr id="4" name="PlaceHolder 3"/>
          <p:cNvSpPr>
            <a:spLocks noGrp="1"/>
          </p:cNvSpPr>
          <p:nvPr>
            <p:ph type="dt" idx="1"/>
          </p:nvPr>
        </p:nvSpPr>
        <p:spPr/>
        <p:txBody>
          <a:bodyPr/>
          <a:lstStyle/>
          <a:p>
            <a:r>
              <a:rPr lang="en-US" dirty="0"/>
              <a:t>06/10/26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 name="Google Shape;171;p22"/>
          <p:cNvPicPr/>
          <p:nvPr/>
        </p:nvPicPr>
        <p:blipFill>
          <a:blip r:embed="rId2"/>
          <a:stretch/>
        </p:blipFill>
        <p:spPr>
          <a:xfrm>
            <a:off x="891360" y="243000"/>
            <a:ext cx="10577880" cy="1746360"/>
          </a:xfrm>
          <a:prstGeom prst="rect">
            <a:avLst/>
          </a:prstGeom>
          <a:noFill/>
          <a:ln w="0">
            <a:noFill/>
          </a:ln>
        </p:spPr>
      </p:pic>
      <p:sp>
        <p:nvSpPr>
          <p:cNvPr id="110" name="PlaceHolder 1"/>
          <p:cNvSpPr>
            <a:spLocks noGrp="1"/>
          </p:cNvSpPr>
          <p:nvPr>
            <p:ph type="title"/>
          </p:nvPr>
        </p:nvSpPr>
        <p:spPr>
          <a:xfrm>
            <a:off x="838080" y="1559880"/>
            <a:ext cx="10514160" cy="1324080"/>
          </a:xfrm>
          <a:prstGeom prst="rect">
            <a:avLst/>
          </a:prstGeom>
          <a:noFill/>
          <a:ln w="0">
            <a:noFill/>
          </a:ln>
        </p:spPr>
        <p:txBody>
          <a:bodyPr lIns="91440" tIns="45720" rIns="91440" bIns="45720" anchor="ctr">
            <a:normAutofit/>
          </a:bodyPr>
          <a:lstStyle/>
          <a:p>
            <a:pPr indent="0" algn="ctr">
              <a:lnSpc>
                <a:spcPct val="90000"/>
              </a:lnSpc>
              <a:buNone/>
              <a:tabLst>
                <a:tab pos="0" algn="l"/>
              </a:tabLst>
            </a:pPr>
            <a:r>
              <a:rPr lang="en-US" sz="4000" b="1" u="sng" strike="noStrike">
                <a:solidFill>
                  <a:schemeClr val="dk1"/>
                </a:solidFill>
                <a:effectLst/>
                <a:uFillTx/>
                <a:latin typeface="Times New Roman"/>
                <a:ea typeface="Times New Roman"/>
              </a:rPr>
              <a:t>Motivation</a:t>
            </a:r>
            <a:endParaRPr lang="en-US" sz="4000" b="0" u="none" strike="noStrike">
              <a:solidFill>
                <a:srgbClr val="000000"/>
              </a:solidFill>
              <a:effectLst/>
              <a:uFillTx/>
              <a:latin typeface="Arial"/>
            </a:endParaRPr>
          </a:p>
        </p:txBody>
      </p:sp>
      <p:sp>
        <p:nvSpPr>
          <p:cNvPr id="111" name="PlaceHolder 2"/>
          <p:cNvSpPr>
            <a:spLocks noGrp="1"/>
          </p:cNvSpPr>
          <p:nvPr>
            <p:ph/>
          </p:nvPr>
        </p:nvSpPr>
        <p:spPr>
          <a:xfrm>
            <a:off x="0" y="2539080"/>
            <a:ext cx="12190680" cy="2230482"/>
          </a:xfrm>
          <a:prstGeom prst="rect">
            <a:avLst/>
          </a:prstGeom>
          <a:noFill/>
          <a:ln w="0">
            <a:noFill/>
          </a:ln>
        </p:spPr>
        <p:txBody>
          <a:bodyPr lIns="91440" tIns="45720" rIns="91440" bIns="45720" anchor="t">
            <a:spAutoFit/>
          </a:bodyPr>
          <a:lstStyle/>
          <a:p>
            <a:pPr marL="285750" indent="-285750">
              <a:lnSpc>
                <a:spcPct val="200000"/>
              </a:lnSpc>
              <a:buClr>
                <a:srgbClr val="000000"/>
              </a:buClr>
              <a:buFont typeface="Arial" panose="020B0604020202020204" pitchFamily="34" charset="0"/>
              <a:buChar char="•"/>
            </a:pPr>
            <a:r>
              <a:rPr lang="en-US" sz="1600" b="1" u="none" strike="noStrike" dirty="0">
                <a:solidFill>
                  <a:schemeClr val="dk1"/>
                </a:solidFill>
                <a:effectLst/>
                <a:uFillTx/>
                <a:latin typeface="Times New Roman"/>
                <a:ea typeface="Times New Roman"/>
              </a:rPr>
              <a:t>Cost &amp; Accessibility:</a:t>
            </a:r>
            <a:r>
              <a:rPr lang="en-US" sz="1600" b="0" u="none" strike="noStrike" dirty="0">
                <a:solidFill>
                  <a:schemeClr val="dk1"/>
                </a:solidFill>
                <a:effectLst/>
                <a:uFillTx/>
                <a:latin typeface="Times New Roman"/>
                <a:ea typeface="Times New Roman"/>
              </a:rPr>
              <a:t> Commercial vibration-monitoring systems can be expensive for small machines, labs and low-cost setups.</a:t>
            </a:r>
            <a:endParaRPr lang="en-US" sz="1600" b="0" u="none" strike="noStrike" dirty="0">
              <a:solidFill>
                <a:srgbClr val="000000"/>
              </a:solidFill>
              <a:effectLst/>
              <a:uFillTx/>
              <a:latin typeface="Arial"/>
            </a:endParaRPr>
          </a:p>
          <a:p>
            <a:pPr marL="228600" indent="-228600">
              <a:lnSpc>
                <a:spcPct val="200000"/>
              </a:lnSpc>
              <a:spcBef>
                <a:spcPts val="624"/>
              </a:spcBef>
              <a:buClr>
                <a:srgbClr val="000000"/>
              </a:buClr>
              <a:buFont typeface="Arial"/>
              <a:buChar char="•"/>
            </a:pPr>
            <a:r>
              <a:rPr lang="en-IN" sz="1600" b="1" u="none" strike="noStrike" dirty="0">
                <a:solidFill>
                  <a:schemeClr val="dk1"/>
                </a:solidFill>
                <a:effectLst/>
                <a:uFillTx/>
                <a:latin typeface="Times New Roman"/>
                <a:ea typeface="Times New Roman"/>
              </a:rPr>
              <a:t> </a:t>
            </a:r>
            <a:r>
              <a:rPr lang="en-US" sz="1600" b="1" u="none" strike="noStrike" dirty="0">
                <a:solidFill>
                  <a:schemeClr val="dk1"/>
                </a:solidFill>
                <a:effectLst/>
                <a:uFillTx/>
                <a:latin typeface="Times New Roman"/>
                <a:ea typeface="Times New Roman"/>
              </a:rPr>
              <a:t>Need for Measurable Awareness:</a:t>
            </a:r>
            <a:r>
              <a:rPr lang="en-US" sz="1600" b="0" u="none" strike="noStrike" dirty="0">
                <a:solidFill>
                  <a:schemeClr val="dk1"/>
                </a:solidFill>
                <a:effectLst/>
                <a:uFillTx/>
                <a:latin typeface="Times New Roman"/>
                <a:ea typeface="Times New Roman"/>
              </a:rPr>
              <a:t> Vibration changes can provide measurable evidence that a machine's operating condition has changed.</a:t>
            </a:r>
            <a:endParaRPr lang="en-US" sz="1600" b="0" u="none" strike="noStrike" dirty="0">
              <a:solidFill>
                <a:srgbClr val="000000"/>
              </a:solidFill>
              <a:effectLst/>
              <a:uFillTx/>
              <a:latin typeface="Arial"/>
            </a:endParaRPr>
          </a:p>
          <a:p>
            <a:pPr marL="228600" indent="-228600">
              <a:lnSpc>
                <a:spcPct val="200000"/>
              </a:lnSpc>
              <a:spcBef>
                <a:spcPts val="859"/>
              </a:spcBef>
              <a:buClr>
                <a:srgbClr val="000000"/>
              </a:buClr>
              <a:buFont typeface="Arial"/>
              <a:buChar char="•"/>
            </a:pPr>
            <a:r>
              <a:rPr lang="en-US" sz="1600" b="1" u="none" strike="noStrike" dirty="0">
                <a:solidFill>
                  <a:schemeClr val="dk1"/>
                </a:solidFill>
                <a:effectLst/>
                <a:uFillTx/>
                <a:latin typeface="Times New Roman"/>
                <a:ea typeface="Times New Roman"/>
              </a:rPr>
              <a:t>Limits of Manual Observation:</a:t>
            </a:r>
            <a:r>
              <a:rPr lang="en-US" sz="1600" b="0" u="none" strike="noStrike" dirty="0">
                <a:solidFill>
                  <a:schemeClr val="dk1"/>
                </a:solidFill>
                <a:effectLst/>
                <a:uFillTx/>
                <a:latin typeface="Times New Roman"/>
                <a:ea typeface="Times New Roman"/>
              </a:rPr>
              <a:t> Small vibration changes may be difficult to judge consistently by sound or touch.</a:t>
            </a:r>
            <a:endParaRPr lang="en-US" sz="1600" b="0" u="none" strike="noStrike" dirty="0">
              <a:solidFill>
                <a:srgbClr val="000000"/>
              </a:solidFill>
              <a:effectLst/>
              <a:uFillTx/>
              <a:latin typeface="Arial"/>
            </a:endParaRPr>
          </a:p>
          <a:p>
            <a:pPr marL="228600" indent="-228600">
              <a:lnSpc>
                <a:spcPct val="200000"/>
              </a:lnSpc>
              <a:spcBef>
                <a:spcPts val="434"/>
              </a:spcBef>
              <a:buClr>
                <a:srgbClr val="000000"/>
              </a:buClr>
              <a:buFont typeface="Arial"/>
              <a:buChar char="•"/>
            </a:pPr>
            <a:r>
              <a:rPr lang="en-US" sz="1600" b="1" u="none" strike="noStrike" dirty="0">
                <a:solidFill>
                  <a:schemeClr val="dk1"/>
                </a:solidFill>
                <a:effectLst/>
                <a:uFillTx/>
                <a:latin typeface="Times New Roman"/>
                <a:ea typeface="Times New Roman"/>
              </a:rPr>
              <a:t>Low-Cost Opportunity:</a:t>
            </a:r>
            <a:r>
              <a:rPr lang="en-US" sz="1600" b="0" u="none" strike="noStrike" dirty="0">
                <a:solidFill>
                  <a:schemeClr val="dk1"/>
                </a:solidFill>
                <a:effectLst/>
                <a:uFillTx/>
                <a:latin typeface="Times New Roman"/>
                <a:ea typeface="Times New Roman"/>
              </a:rPr>
              <a:t> </a:t>
            </a:r>
            <a:r>
              <a:rPr lang="en-US" sz="1600" b="0" u="none" strike="noStrike" dirty="0" err="1">
                <a:solidFill>
                  <a:schemeClr val="dk1"/>
                </a:solidFill>
                <a:effectLst/>
                <a:uFillTx/>
                <a:latin typeface="Times New Roman"/>
                <a:ea typeface="Times New Roman"/>
              </a:rPr>
              <a:t>VibeGuard</a:t>
            </a:r>
            <a:r>
              <a:rPr lang="en-US" sz="1600" b="0" u="none" strike="noStrike" dirty="0">
                <a:solidFill>
                  <a:schemeClr val="dk1"/>
                </a:solidFill>
                <a:effectLst/>
                <a:uFillTx/>
                <a:latin typeface="Times New Roman"/>
                <a:ea typeface="Times New Roman"/>
              </a:rPr>
              <a:t> explores local vibration monitoring using an affordable accelerometer and microcontroller.</a:t>
            </a:r>
            <a:endParaRPr lang="en-US" sz="1600" b="0" u="none" strike="noStrike" dirty="0">
              <a:solidFill>
                <a:srgbClr val="000000"/>
              </a:solidFill>
              <a:effectLst/>
              <a:uFillTx/>
              <a:latin typeface="Arial"/>
            </a:endParaRPr>
          </a:p>
        </p:txBody>
      </p:sp>
      <p:sp>
        <p:nvSpPr>
          <p:cNvPr id="112" name="Google Shape;174;p22"/>
          <p:cNvSpPr/>
          <p:nvPr/>
        </p:nvSpPr>
        <p:spPr>
          <a:xfrm>
            <a:off x="4038480" y="-1800"/>
            <a:ext cx="5857920" cy="27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113" name="PlaceHolder 3"/>
          <p:cNvSpPr>
            <a:spLocks noGrp="1"/>
          </p:cNvSpPr>
          <p:nvPr>
            <p:ph type="ftr" idx="53"/>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14" name="PlaceHolder 4"/>
          <p:cNvSpPr>
            <a:spLocks noGrp="1"/>
          </p:cNvSpPr>
          <p:nvPr>
            <p:ph type="sldNum" idx="54"/>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20A11F71-3829-4C2D-8ACC-396AA17D6D74}" type="slidenum">
              <a:rPr lang="en-US" sz="1200" b="0" u="none" strike="noStrike">
                <a:solidFill>
                  <a:srgbClr val="888888"/>
                </a:solidFill>
                <a:effectLst/>
                <a:uFillTx/>
                <a:latin typeface="Calibri"/>
                <a:ea typeface="Calibri"/>
              </a:rPr>
              <a:t>10</a:t>
            </a:fld>
            <a:endParaRPr lang="en-US" sz="1200" b="0" u="none" strike="noStrike">
              <a:solidFill>
                <a:srgbClr val="000000"/>
              </a:solidFill>
              <a:effectLst/>
              <a:uFillTx/>
              <a:latin typeface="Times New Roman"/>
            </a:endParaRPr>
          </a:p>
        </p:txBody>
      </p:sp>
      <p:sp>
        <p:nvSpPr>
          <p:cNvPr id="6" name="PlaceHolder 5"/>
          <p:cNvSpPr>
            <a:spLocks noGrp="1"/>
          </p:cNvSpPr>
          <p:nvPr>
            <p:ph type="dt" idx="1"/>
          </p:nvPr>
        </p:nvSpPr>
        <p:spPr/>
        <p:txBody>
          <a:bodyPr/>
          <a:lstStyle/>
          <a:p>
            <a:r>
              <a:rPr lang="en-US" dirty="0"/>
              <a:t>06/10/26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 name="Google Shape;182;p23"/>
          <p:cNvPicPr/>
          <p:nvPr/>
        </p:nvPicPr>
        <p:blipFill>
          <a:blip r:embed="rId2"/>
          <a:stretch/>
        </p:blipFill>
        <p:spPr>
          <a:xfrm>
            <a:off x="891360" y="243000"/>
            <a:ext cx="10577880" cy="1746360"/>
          </a:xfrm>
          <a:prstGeom prst="rect">
            <a:avLst/>
          </a:prstGeom>
          <a:noFill/>
          <a:ln w="0">
            <a:noFill/>
          </a:ln>
        </p:spPr>
      </p:pic>
      <p:sp>
        <p:nvSpPr>
          <p:cNvPr id="116" name="PlaceHolder 1"/>
          <p:cNvSpPr>
            <a:spLocks noGrp="1"/>
          </p:cNvSpPr>
          <p:nvPr>
            <p:ph type="title"/>
          </p:nvPr>
        </p:nvSpPr>
        <p:spPr>
          <a:xfrm>
            <a:off x="838080" y="1546920"/>
            <a:ext cx="10514160" cy="1324080"/>
          </a:xfrm>
          <a:prstGeom prst="rect">
            <a:avLst/>
          </a:prstGeom>
          <a:noFill/>
          <a:ln w="0">
            <a:noFill/>
          </a:ln>
        </p:spPr>
        <p:txBody>
          <a:bodyPr lIns="91440" tIns="45720" rIns="91440" bIns="45720" anchor="ctr">
            <a:noAutofit/>
          </a:bodyPr>
          <a:lstStyle/>
          <a:p>
            <a:pPr indent="0" algn="ctr">
              <a:lnSpc>
                <a:spcPct val="90000"/>
              </a:lnSpc>
              <a:buNone/>
              <a:tabLst>
                <a:tab pos="0" algn="l"/>
              </a:tabLst>
            </a:pPr>
            <a:r>
              <a:rPr lang="en-US" sz="4000" b="1" u="sng" strike="noStrike">
                <a:solidFill>
                  <a:schemeClr val="dk1"/>
                </a:solidFill>
                <a:effectLst/>
                <a:uFillTx/>
                <a:latin typeface="Times New Roman"/>
                <a:ea typeface="Times New Roman"/>
              </a:rPr>
              <a:t>Introduction</a:t>
            </a:r>
            <a:endParaRPr lang="en-US" sz="4000" b="0" u="none" strike="noStrike">
              <a:solidFill>
                <a:srgbClr val="000000"/>
              </a:solidFill>
              <a:effectLst/>
              <a:uFillTx/>
              <a:latin typeface="Arial"/>
            </a:endParaRPr>
          </a:p>
        </p:txBody>
      </p:sp>
      <p:sp>
        <p:nvSpPr>
          <p:cNvPr id="117" name="PlaceHolder 2"/>
          <p:cNvSpPr>
            <a:spLocks noGrp="1"/>
          </p:cNvSpPr>
          <p:nvPr>
            <p:ph/>
          </p:nvPr>
        </p:nvSpPr>
        <p:spPr>
          <a:xfrm>
            <a:off x="0" y="3183798"/>
            <a:ext cx="12190680" cy="2486963"/>
          </a:xfrm>
          <a:prstGeom prst="rect">
            <a:avLst/>
          </a:prstGeom>
          <a:noFill/>
          <a:ln w="0">
            <a:noFill/>
          </a:ln>
        </p:spPr>
        <p:txBody>
          <a:bodyPr lIns="91440" tIns="45720" rIns="91440" bIns="45720" anchor="ctr">
            <a:spAutoFit/>
          </a:bodyPr>
          <a:lstStyle/>
          <a:p>
            <a:pPr>
              <a:lnSpc>
                <a:spcPct val="200000"/>
              </a:lnSpc>
              <a:buClr>
                <a:srgbClr val="000000"/>
              </a:buClr>
              <a:buFont typeface="Arial"/>
              <a:buChar char="•"/>
            </a:pPr>
            <a:r>
              <a:rPr lang="en-US" sz="1600" b="1" u="none" strike="noStrike" dirty="0">
                <a:solidFill>
                  <a:schemeClr val="dk1"/>
                </a:solidFill>
                <a:effectLst/>
                <a:uFillTx/>
                <a:latin typeface="Times New Roman"/>
                <a:ea typeface="Times New Roman"/>
              </a:rPr>
              <a:t>Project Idea:</a:t>
            </a:r>
            <a:r>
              <a:rPr lang="en-US" sz="1600" b="0" u="none" strike="noStrike" dirty="0">
                <a:solidFill>
                  <a:schemeClr val="dk1"/>
                </a:solidFill>
                <a:effectLst/>
                <a:uFillTx/>
                <a:latin typeface="Times New Roman"/>
                <a:ea typeface="Times New Roman"/>
              </a:rPr>
              <a:t> </a:t>
            </a:r>
            <a:r>
              <a:rPr lang="en-US" sz="1600" b="0" u="none" strike="noStrike" dirty="0" err="1">
                <a:solidFill>
                  <a:schemeClr val="dk1"/>
                </a:solidFill>
                <a:effectLst/>
                <a:uFillTx/>
                <a:latin typeface="Times New Roman"/>
                <a:ea typeface="Times New Roman"/>
              </a:rPr>
              <a:t>VibeGuard</a:t>
            </a:r>
            <a:r>
              <a:rPr lang="en-US" sz="1600" b="0" u="none" strike="noStrike" dirty="0">
                <a:solidFill>
                  <a:schemeClr val="dk1"/>
                </a:solidFill>
                <a:effectLst/>
                <a:uFillTx/>
                <a:latin typeface="Times New Roman"/>
                <a:ea typeface="Times New Roman"/>
              </a:rPr>
              <a:t> is a low-cost embedded system for monitoring vibration from a small rotating machine.</a:t>
            </a:r>
            <a:endParaRPr lang="en-US" sz="1600" b="0" u="none" strike="noStrike" dirty="0">
              <a:solidFill>
                <a:srgbClr val="000000"/>
              </a:solidFill>
              <a:effectLst/>
              <a:uFillTx/>
              <a:latin typeface="Arial"/>
            </a:endParaRPr>
          </a:p>
          <a:p>
            <a:pPr>
              <a:lnSpc>
                <a:spcPct val="200000"/>
              </a:lnSpc>
              <a:spcBef>
                <a:spcPts val="1284"/>
              </a:spcBef>
              <a:buClr>
                <a:srgbClr val="000000"/>
              </a:buClr>
              <a:buFont typeface="Arial"/>
              <a:buChar char="•"/>
            </a:pPr>
            <a:r>
              <a:rPr lang="en-US" sz="1600" b="1" u="none" strike="noStrike" dirty="0">
                <a:solidFill>
                  <a:schemeClr val="dk1"/>
                </a:solidFill>
                <a:effectLst/>
                <a:uFillTx/>
                <a:latin typeface="Times New Roman"/>
                <a:ea typeface="Times New Roman"/>
              </a:rPr>
              <a:t>Main Goal:</a:t>
            </a:r>
            <a:r>
              <a:rPr lang="en-US" sz="1600" b="0" u="none" strike="noStrike" dirty="0">
                <a:solidFill>
                  <a:schemeClr val="dk1"/>
                </a:solidFill>
                <a:effectLst/>
                <a:uFillTx/>
                <a:latin typeface="Times New Roman"/>
                <a:ea typeface="Times New Roman"/>
              </a:rPr>
              <a:t> Distinguish a documented Normal condition from a controlled Abnormal vibration condition.</a:t>
            </a:r>
            <a:endParaRPr lang="en-US" sz="1600" b="0" u="none" strike="noStrike" dirty="0">
              <a:solidFill>
                <a:srgbClr val="000000"/>
              </a:solidFill>
              <a:effectLst/>
              <a:uFillTx/>
              <a:latin typeface="Arial"/>
            </a:endParaRPr>
          </a:p>
          <a:p>
            <a:pPr>
              <a:lnSpc>
                <a:spcPct val="200000"/>
              </a:lnSpc>
              <a:spcBef>
                <a:spcPts val="1284"/>
              </a:spcBef>
              <a:buClr>
                <a:srgbClr val="000000"/>
              </a:buClr>
              <a:buFont typeface="Arial"/>
              <a:buChar char="•"/>
            </a:pPr>
            <a:r>
              <a:rPr lang="en-US" sz="1600" b="1" u="none" strike="noStrike" dirty="0">
                <a:solidFill>
                  <a:schemeClr val="dk1"/>
                </a:solidFill>
                <a:effectLst/>
                <a:uFillTx/>
                <a:latin typeface="Times New Roman"/>
                <a:ea typeface="Times New Roman"/>
              </a:rPr>
              <a:t>Prototype:</a:t>
            </a:r>
            <a:r>
              <a:rPr lang="en-US" sz="1600" b="0" u="none" strike="noStrike" dirty="0">
                <a:solidFill>
                  <a:schemeClr val="dk1"/>
                </a:solidFill>
                <a:effectLst/>
                <a:uFillTx/>
                <a:latin typeface="Times New Roman"/>
                <a:ea typeface="Times New Roman"/>
              </a:rPr>
              <a:t> One rigidly mounted ADXL345-class tri-axis accelerometer and one ESP32 perform local sensing and processing.</a:t>
            </a:r>
            <a:endParaRPr lang="en-US" sz="1600" b="0" u="none" strike="noStrike" dirty="0">
              <a:solidFill>
                <a:srgbClr val="000000"/>
              </a:solidFill>
              <a:effectLst/>
              <a:uFillTx/>
              <a:latin typeface="Arial"/>
            </a:endParaRPr>
          </a:p>
          <a:p>
            <a:pPr>
              <a:lnSpc>
                <a:spcPct val="200000"/>
              </a:lnSpc>
              <a:spcBef>
                <a:spcPts val="1284"/>
              </a:spcBef>
              <a:buClr>
                <a:srgbClr val="000000"/>
              </a:buClr>
              <a:buFont typeface="Arial"/>
              <a:buChar char="•"/>
            </a:pPr>
            <a:r>
              <a:rPr lang="en-US" sz="1600" b="1" u="none" strike="noStrike" dirty="0">
                <a:solidFill>
                  <a:schemeClr val="dk1"/>
                </a:solidFill>
                <a:effectLst/>
                <a:uFillTx/>
                <a:latin typeface="Times New Roman"/>
                <a:ea typeface="Times New Roman"/>
              </a:rPr>
              <a:t>Local Operation:</a:t>
            </a:r>
            <a:r>
              <a:rPr lang="en-US" sz="1600" b="0" u="none" strike="noStrike" dirty="0">
                <a:solidFill>
                  <a:schemeClr val="dk1"/>
                </a:solidFill>
                <a:effectLst/>
                <a:uFillTx/>
                <a:latin typeface="Times New Roman"/>
                <a:ea typeface="Times New Roman"/>
              </a:rPr>
              <a:t> RGB indication and USB logging provide the system's local output without cloud dependency.</a:t>
            </a:r>
            <a:endParaRPr lang="en-US" sz="1600" b="0" u="none" strike="noStrike" dirty="0">
              <a:solidFill>
                <a:srgbClr val="000000"/>
              </a:solidFill>
              <a:effectLst/>
              <a:uFillTx/>
              <a:latin typeface="Arial"/>
            </a:endParaRPr>
          </a:p>
        </p:txBody>
      </p:sp>
      <p:sp>
        <p:nvSpPr>
          <p:cNvPr id="118" name="Google Shape;185;p23"/>
          <p:cNvSpPr/>
          <p:nvPr/>
        </p:nvSpPr>
        <p:spPr>
          <a:xfrm>
            <a:off x="4038480" y="-1800"/>
            <a:ext cx="5857920" cy="27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119" name="PlaceHolder 3"/>
          <p:cNvSpPr>
            <a:spLocks noGrp="1"/>
          </p:cNvSpPr>
          <p:nvPr>
            <p:ph type="ftr" idx="55"/>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20" name="PlaceHolder 4"/>
          <p:cNvSpPr>
            <a:spLocks noGrp="1"/>
          </p:cNvSpPr>
          <p:nvPr>
            <p:ph type="sldNum" idx="56"/>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E4375F02-24DB-4169-B58E-A3F58A92865B}" type="slidenum">
              <a:rPr lang="en-US" sz="1200" b="0" u="none" strike="noStrike">
                <a:solidFill>
                  <a:srgbClr val="888888"/>
                </a:solidFill>
                <a:effectLst/>
                <a:uFillTx/>
                <a:latin typeface="Calibri"/>
                <a:ea typeface="Calibri"/>
              </a:rPr>
              <a:t>11</a:t>
            </a:fld>
            <a:endParaRPr lang="en-US" sz="1200" b="0" u="none" strike="noStrike">
              <a:solidFill>
                <a:srgbClr val="000000"/>
              </a:solidFill>
              <a:effectLst/>
              <a:uFillTx/>
              <a:latin typeface="Times New Roman"/>
            </a:endParaRPr>
          </a:p>
        </p:txBody>
      </p:sp>
      <p:sp>
        <p:nvSpPr>
          <p:cNvPr id="6" name="PlaceHolder 5"/>
          <p:cNvSpPr>
            <a:spLocks noGrp="1"/>
          </p:cNvSpPr>
          <p:nvPr>
            <p:ph type="dt" idx="1"/>
          </p:nvPr>
        </p:nvSpPr>
        <p:spPr/>
        <p:txBody>
          <a:bodyPr/>
          <a:lstStyle/>
          <a:p>
            <a:r>
              <a:rPr lang="en-US" dirty="0"/>
              <a:t>06/10/26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 name="Google Shape;193;p24"/>
          <p:cNvPicPr/>
          <p:nvPr/>
        </p:nvPicPr>
        <p:blipFill>
          <a:blip r:embed="rId2"/>
          <a:stretch/>
        </p:blipFill>
        <p:spPr>
          <a:xfrm>
            <a:off x="891360" y="243000"/>
            <a:ext cx="10577880" cy="1746360"/>
          </a:xfrm>
          <a:prstGeom prst="rect">
            <a:avLst/>
          </a:prstGeom>
          <a:noFill/>
          <a:ln w="0">
            <a:noFill/>
          </a:ln>
        </p:spPr>
      </p:pic>
      <p:sp>
        <p:nvSpPr>
          <p:cNvPr id="122" name="PlaceHolder 1"/>
          <p:cNvSpPr>
            <a:spLocks noGrp="1"/>
          </p:cNvSpPr>
          <p:nvPr>
            <p:ph type="title"/>
          </p:nvPr>
        </p:nvSpPr>
        <p:spPr>
          <a:xfrm>
            <a:off x="923040" y="1532880"/>
            <a:ext cx="10514160" cy="132408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4000" b="1" u="sng" strike="noStrike">
                <a:solidFill>
                  <a:srgbClr val="002060"/>
                </a:solidFill>
                <a:effectLst/>
                <a:uFillTx/>
                <a:latin typeface="Times New Roman"/>
                <a:ea typeface="Times New Roman"/>
              </a:rPr>
              <a:t>Problem Statement</a:t>
            </a:r>
            <a:endParaRPr lang="en-US" sz="4000" b="0" u="none" strike="noStrike">
              <a:solidFill>
                <a:srgbClr val="000000"/>
              </a:solidFill>
              <a:effectLst/>
              <a:uFillTx/>
              <a:latin typeface="Arial"/>
            </a:endParaRPr>
          </a:p>
        </p:txBody>
      </p:sp>
      <p:sp>
        <p:nvSpPr>
          <p:cNvPr id="123" name="PlaceHolder 2"/>
          <p:cNvSpPr>
            <a:spLocks noGrp="1"/>
          </p:cNvSpPr>
          <p:nvPr>
            <p:ph/>
          </p:nvPr>
        </p:nvSpPr>
        <p:spPr>
          <a:xfrm>
            <a:off x="0" y="3259187"/>
            <a:ext cx="12191040" cy="2243306"/>
          </a:xfrm>
          <a:prstGeom prst="rect">
            <a:avLst/>
          </a:prstGeom>
          <a:noFill/>
          <a:ln w="0">
            <a:noFill/>
          </a:ln>
        </p:spPr>
        <p:txBody>
          <a:bodyPr lIns="91440" tIns="45720" rIns="91440" bIns="45720" anchor="ctr">
            <a:spAutoFit/>
          </a:bodyPr>
          <a:lstStyle/>
          <a:p>
            <a:pPr>
              <a:lnSpc>
                <a:spcPct val="200000"/>
              </a:lnSpc>
              <a:buClr>
                <a:srgbClr val="000000"/>
              </a:buClr>
              <a:buFont typeface="Arial"/>
              <a:buChar char="•"/>
            </a:pPr>
            <a:r>
              <a:rPr lang="en-US" sz="1600" b="1" u="none" strike="noStrike" dirty="0">
                <a:solidFill>
                  <a:schemeClr val="dk1"/>
                </a:solidFill>
                <a:effectLst/>
                <a:uFillTx/>
                <a:latin typeface="Times New Roman"/>
                <a:ea typeface="Times New Roman"/>
              </a:rPr>
              <a:t>Monitoring Cost:</a:t>
            </a:r>
            <a:r>
              <a:rPr lang="en-US" sz="1600" b="0" u="none" strike="noStrike" dirty="0">
                <a:solidFill>
                  <a:schemeClr val="dk1"/>
                </a:solidFill>
                <a:effectLst/>
                <a:uFillTx/>
                <a:latin typeface="Times New Roman"/>
                <a:ea typeface="Times New Roman"/>
              </a:rPr>
              <a:t> Commercial continuous vibration monitoring may be too expensive or complex for small machines and educational setups.</a:t>
            </a:r>
            <a:endParaRPr lang="en-US" sz="1600" b="0" u="none" strike="noStrike" dirty="0">
              <a:solidFill>
                <a:srgbClr val="000000"/>
              </a:solidFill>
              <a:effectLst/>
              <a:uFillTx/>
              <a:latin typeface="Arial"/>
            </a:endParaRPr>
          </a:p>
          <a:p>
            <a:pPr>
              <a:lnSpc>
                <a:spcPct val="200000"/>
              </a:lnSpc>
              <a:spcBef>
                <a:spcPts val="1001"/>
              </a:spcBef>
              <a:buClr>
                <a:srgbClr val="000000"/>
              </a:buClr>
              <a:buFont typeface="Arial"/>
              <a:buChar char="•"/>
            </a:pPr>
            <a:r>
              <a:rPr lang="en-US" sz="1600" b="1" u="none" strike="noStrike" dirty="0">
                <a:solidFill>
                  <a:schemeClr val="dk1"/>
                </a:solidFill>
                <a:effectLst/>
                <a:uFillTx/>
                <a:latin typeface="Times New Roman"/>
                <a:ea typeface="Times New Roman"/>
              </a:rPr>
              <a:t>Manual Detection:</a:t>
            </a:r>
            <a:r>
              <a:rPr lang="en-US" sz="1600" b="0" u="none" strike="noStrike" dirty="0">
                <a:solidFill>
                  <a:schemeClr val="dk1"/>
                </a:solidFill>
                <a:effectLst/>
                <a:uFillTx/>
                <a:latin typeface="Times New Roman"/>
                <a:ea typeface="Times New Roman"/>
              </a:rPr>
              <a:t> Small vibration changes can be difficult to judge consistently and provide no numerical record.</a:t>
            </a:r>
            <a:endParaRPr lang="en-US" sz="1600" b="0" u="none" strike="noStrike" dirty="0">
              <a:solidFill>
                <a:srgbClr val="000000"/>
              </a:solidFill>
              <a:effectLst/>
              <a:uFillTx/>
              <a:latin typeface="Arial"/>
            </a:endParaRPr>
          </a:p>
          <a:p>
            <a:pPr>
              <a:lnSpc>
                <a:spcPct val="200000"/>
              </a:lnSpc>
              <a:spcBef>
                <a:spcPts val="1001"/>
              </a:spcBef>
              <a:buClr>
                <a:srgbClr val="000000"/>
              </a:buClr>
              <a:buFont typeface="Arial"/>
              <a:buChar char="•"/>
            </a:pPr>
            <a:r>
              <a:rPr lang="en-US" sz="1600" b="1" u="none" strike="noStrike" dirty="0">
                <a:solidFill>
                  <a:schemeClr val="dk1"/>
                </a:solidFill>
                <a:effectLst/>
                <a:uFillTx/>
                <a:latin typeface="Times New Roman"/>
                <a:ea typeface="Times New Roman"/>
              </a:rPr>
              <a:t>Engineering Hypothesis:</a:t>
            </a:r>
            <a:r>
              <a:rPr lang="en-US" sz="1600" b="0" u="none" strike="noStrike" dirty="0">
                <a:solidFill>
                  <a:schemeClr val="dk1"/>
                </a:solidFill>
                <a:effectLst/>
                <a:uFillTx/>
                <a:latin typeface="Times New Roman"/>
                <a:ea typeface="Times New Roman"/>
              </a:rPr>
              <a:t> A low-cost embedded system can distinguish a documented Normal condition from a safe controlled Abnormal vibration condition.</a:t>
            </a:r>
            <a:endParaRPr lang="en-US" sz="1600" b="0" u="none" strike="noStrike" dirty="0">
              <a:solidFill>
                <a:srgbClr val="000000"/>
              </a:solidFill>
              <a:effectLst/>
              <a:uFillTx/>
              <a:latin typeface="Arial"/>
            </a:endParaRPr>
          </a:p>
        </p:txBody>
      </p:sp>
      <p:sp>
        <p:nvSpPr>
          <p:cNvPr id="124" name="Google Shape;196;p24"/>
          <p:cNvSpPr/>
          <p:nvPr/>
        </p:nvSpPr>
        <p:spPr>
          <a:xfrm>
            <a:off x="4038480" y="-1800"/>
            <a:ext cx="5857920" cy="27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125" name="PlaceHolder 3"/>
          <p:cNvSpPr>
            <a:spLocks noGrp="1"/>
          </p:cNvSpPr>
          <p:nvPr>
            <p:ph type="ftr" idx="57"/>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26" name="PlaceHolder 4"/>
          <p:cNvSpPr>
            <a:spLocks noGrp="1"/>
          </p:cNvSpPr>
          <p:nvPr>
            <p:ph type="sldNum" idx="58"/>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7561B751-4282-416C-879B-941650F081EC}" type="slidenum">
              <a:rPr lang="en-US" sz="1200" b="0" u="none" strike="noStrike">
                <a:solidFill>
                  <a:srgbClr val="888888"/>
                </a:solidFill>
                <a:effectLst/>
                <a:uFillTx/>
                <a:latin typeface="Calibri"/>
                <a:ea typeface="Calibri"/>
              </a:rPr>
              <a:t>12</a:t>
            </a:fld>
            <a:endParaRPr lang="en-US" sz="1200" b="0" u="none" strike="noStrike">
              <a:solidFill>
                <a:srgbClr val="000000"/>
              </a:solidFill>
              <a:effectLst/>
              <a:uFillTx/>
              <a:latin typeface="Times New Roman"/>
            </a:endParaRPr>
          </a:p>
        </p:txBody>
      </p:sp>
      <p:sp>
        <p:nvSpPr>
          <p:cNvPr id="6" name="PlaceHolder 5"/>
          <p:cNvSpPr>
            <a:spLocks noGrp="1"/>
          </p:cNvSpPr>
          <p:nvPr>
            <p:ph type="dt" idx="1"/>
          </p:nvPr>
        </p:nvSpPr>
        <p:spPr/>
        <p:txBody>
          <a:bodyPr/>
          <a:lstStyle/>
          <a:p>
            <a:r>
              <a:rPr lang="en-US" dirty="0"/>
              <a:t>06/10/26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7" name="Google Shape;204;p25"/>
          <p:cNvPicPr/>
          <p:nvPr/>
        </p:nvPicPr>
        <p:blipFill>
          <a:blip r:embed="rId2"/>
          <a:stretch/>
        </p:blipFill>
        <p:spPr>
          <a:xfrm>
            <a:off x="891360" y="243000"/>
            <a:ext cx="10577880" cy="1746360"/>
          </a:xfrm>
          <a:prstGeom prst="rect">
            <a:avLst/>
          </a:prstGeom>
          <a:noFill/>
          <a:ln w="0">
            <a:noFill/>
          </a:ln>
        </p:spPr>
      </p:pic>
      <p:sp>
        <p:nvSpPr>
          <p:cNvPr id="128" name="PlaceHolder 1"/>
          <p:cNvSpPr>
            <a:spLocks noGrp="1"/>
          </p:cNvSpPr>
          <p:nvPr>
            <p:ph type="title"/>
          </p:nvPr>
        </p:nvSpPr>
        <p:spPr>
          <a:xfrm>
            <a:off x="838080" y="1482840"/>
            <a:ext cx="10514160" cy="132408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4000" b="1" u="sng" strike="noStrike">
                <a:solidFill>
                  <a:srgbClr val="002060"/>
                </a:solidFill>
                <a:effectLst/>
                <a:uFillTx/>
                <a:latin typeface="Times New Roman"/>
                <a:ea typeface="Times New Roman"/>
              </a:rPr>
              <a:t>Proposed Method</a:t>
            </a:r>
            <a:endParaRPr lang="en-US" sz="4000" b="0" u="none" strike="noStrike">
              <a:solidFill>
                <a:srgbClr val="000000"/>
              </a:solidFill>
              <a:effectLst/>
              <a:uFillTx/>
              <a:latin typeface="Arial"/>
            </a:endParaRPr>
          </a:p>
        </p:txBody>
      </p:sp>
      <p:sp>
        <p:nvSpPr>
          <p:cNvPr id="129" name="PlaceHolder 2"/>
          <p:cNvSpPr>
            <a:spLocks noGrp="1"/>
          </p:cNvSpPr>
          <p:nvPr>
            <p:ph/>
          </p:nvPr>
        </p:nvSpPr>
        <p:spPr>
          <a:xfrm>
            <a:off x="0" y="2452320"/>
            <a:ext cx="12190680" cy="4086000"/>
          </a:xfrm>
          <a:prstGeom prst="rect">
            <a:avLst/>
          </a:prstGeom>
          <a:noFill/>
          <a:ln w="0">
            <a:noFill/>
          </a:ln>
        </p:spPr>
        <p:txBody>
          <a:bodyPr lIns="91440" tIns="45720" rIns="91440" bIns="45720" anchor="ctr">
            <a:spAutoFit/>
          </a:bodyPr>
          <a:lstStyle/>
          <a:p>
            <a:pPr algn="just">
              <a:lnSpc>
                <a:spcPct val="200000"/>
              </a:lnSpc>
              <a:buClr>
                <a:srgbClr val="000000"/>
              </a:buClr>
              <a:buFont typeface="Arial"/>
              <a:buChar char="•"/>
            </a:pPr>
            <a:r>
              <a:rPr lang="en-US" sz="1600" b="1" u="none" strike="noStrike" dirty="0">
                <a:solidFill>
                  <a:schemeClr val="dk1"/>
                </a:solidFill>
                <a:effectLst/>
                <a:uFillTx/>
                <a:latin typeface="Times New Roman"/>
                <a:ea typeface="Times New Roman"/>
              </a:rPr>
              <a:t>Sensor:</a:t>
            </a:r>
            <a:r>
              <a:rPr lang="en-US" sz="1600" b="0" u="none" strike="noStrike" dirty="0">
                <a:solidFill>
                  <a:schemeClr val="dk1"/>
                </a:solidFill>
                <a:effectLst/>
                <a:uFillTx/>
                <a:latin typeface="Times New Roman"/>
                <a:ea typeface="Times New Roman"/>
              </a:rPr>
              <a:t> One rigidly mounted ADXL345-class tri-axis accelerometer measures vibration.</a:t>
            </a:r>
            <a:endParaRPr lang="en-US" sz="1600" b="0" u="none" strike="noStrike" dirty="0">
              <a:solidFill>
                <a:srgbClr val="000000"/>
              </a:solidFill>
              <a:effectLst/>
              <a:uFillTx/>
              <a:latin typeface="Arial"/>
            </a:endParaRPr>
          </a:p>
          <a:p>
            <a:pPr algn="just">
              <a:lnSpc>
                <a:spcPct val="200000"/>
              </a:lnSpc>
              <a:spcBef>
                <a:spcPts val="717"/>
              </a:spcBef>
              <a:buClr>
                <a:srgbClr val="000000"/>
              </a:buClr>
              <a:buFont typeface="Arial"/>
              <a:buChar char="•"/>
            </a:pPr>
            <a:r>
              <a:rPr lang="en-US" sz="1600" b="1" u="none" strike="noStrike" dirty="0">
                <a:solidFill>
                  <a:schemeClr val="dk1"/>
                </a:solidFill>
                <a:effectLst/>
                <a:uFillTx/>
                <a:latin typeface="Times New Roman"/>
                <a:ea typeface="Times New Roman"/>
              </a:rPr>
              <a:t>Controller:</a:t>
            </a:r>
            <a:r>
              <a:rPr lang="en-US" sz="1600" b="0" u="none" strike="noStrike" dirty="0">
                <a:solidFill>
                  <a:schemeClr val="dk1"/>
                </a:solidFill>
                <a:effectLst/>
                <a:uFillTx/>
                <a:latin typeface="Times New Roman"/>
                <a:ea typeface="Times New Roman"/>
              </a:rPr>
              <a:t> ESP32 reads acceleration data through SPI.</a:t>
            </a:r>
            <a:endParaRPr lang="en-US" sz="1600" b="0" u="none" strike="noStrike" dirty="0">
              <a:solidFill>
                <a:srgbClr val="000000"/>
              </a:solidFill>
              <a:effectLst/>
              <a:uFillTx/>
              <a:latin typeface="Arial"/>
            </a:endParaRPr>
          </a:p>
          <a:p>
            <a:pPr algn="just">
              <a:lnSpc>
                <a:spcPct val="200000"/>
              </a:lnSpc>
              <a:spcBef>
                <a:spcPts val="717"/>
              </a:spcBef>
              <a:buClr>
                <a:srgbClr val="000000"/>
              </a:buClr>
              <a:buFont typeface="Arial"/>
              <a:buChar char="•"/>
            </a:pPr>
            <a:r>
              <a:rPr lang="en-US" sz="1600" b="1" u="none" strike="noStrike" dirty="0">
                <a:solidFill>
                  <a:schemeClr val="dk1"/>
                </a:solidFill>
                <a:effectLst/>
                <a:uFillTx/>
                <a:latin typeface="Times New Roman"/>
                <a:ea typeface="Times New Roman"/>
              </a:rPr>
              <a:t>Processing:</a:t>
            </a:r>
            <a:r>
              <a:rPr lang="en-US" sz="1600" b="0" u="none" strike="noStrike" dirty="0">
                <a:solidFill>
                  <a:schemeClr val="dk1"/>
                </a:solidFill>
                <a:effectLst/>
                <a:uFillTx/>
                <a:latin typeface="Times New Roman"/>
                <a:ea typeface="Times New Roman"/>
              </a:rPr>
              <a:t> DC/mean removal prepares the vibration signal for analysis.</a:t>
            </a:r>
            <a:endParaRPr lang="en-US" sz="1600" b="0" u="none" strike="noStrike" dirty="0">
              <a:solidFill>
                <a:srgbClr val="000000"/>
              </a:solidFill>
              <a:effectLst/>
              <a:uFillTx/>
              <a:latin typeface="Arial"/>
            </a:endParaRPr>
          </a:p>
          <a:p>
            <a:pPr algn="just">
              <a:lnSpc>
                <a:spcPct val="200000"/>
              </a:lnSpc>
              <a:spcBef>
                <a:spcPts val="717"/>
              </a:spcBef>
              <a:buClr>
                <a:srgbClr val="000000"/>
              </a:buClr>
              <a:buFont typeface="Arial"/>
              <a:buChar char="•"/>
            </a:pPr>
            <a:r>
              <a:rPr lang="en-US" sz="1600" b="1" u="none" strike="noStrike" dirty="0">
                <a:solidFill>
                  <a:schemeClr val="dk1"/>
                </a:solidFill>
                <a:effectLst/>
                <a:uFillTx/>
                <a:latin typeface="Times New Roman"/>
                <a:ea typeface="Times New Roman"/>
              </a:rPr>
              <a:t>Decision:</a:t>
            </a:r>
            <a:r>
              <a:rPr lang="en-US" sz="1600" b="0" u="none" strike="noStrike" dirty="0">
                <a:solidFill>
                  <a:schemeClr val="dk1"/>
                </a:solidFill>
                <a:effectLst/>
                <a:uFillTx/>
                <a:latin typeface="Times New Roman"/>
                <a:ea typeface="Times New Roman"/>
              </a:rPr>
              <a:t> RMS + persistence forms the minimum Normal/Abnormal decision method.</a:t>
            </a:r>
            <a:endParaRPr lang="en-US" sz="1600" b="0" u="none" strike="noStrike" dirty="0">
              <a:solidFill>
                <a:srgbClr val="000000"/>
              </a:solidFill>
              <a:effectLst/>
              <a:uFillTx/>
              <a:latin typeface="Arial"/>
            </a:endParaRPr>
          </a:p>
          <a:p>
            <a:pPr algn="just">
              <a:lnSpc>
                <a:spcPct val="200000"/>
              </a:lnSpc>
              <a:spcBef>
                <a:spcPts val="717"/>
              </a:spcBef>
              <a:buClr>
                <a:srgbClr val="000000"/>
              </a:buClr>
              <a:buFont typeface="Arial"/>
              <a:buChar char="•"/>
            </a:pPr>
            <a:r>
              <a:rPr lang="en-US" sz="1600" b="1" u="none" strike="noStrike" dirty="0">
                <a:solidFill>
                  <a:schemeClr val="dk1"/>
                </a:solidFill>
                <a:effectLst/>
                <a:uFillTx/>
                <a:latin typeface="Times New Roman"/>
                <a:ea typeface="Times New Roman"/>
              </a:rPr>
              <a:t>Supporting Analysis:</a:t>
            </a:r>
            <a:r>
              <a:rPr lang="en-US" sz="1600" b="0" u="none" strike="noStrike" dirty="0">
                <a:solidFill>
                  <a:schemeClr val="dk1"/>
                </a:solidFill>
                <a:effectLst/>
                <a:uFillTx/>
                <a:latin typeface="Times New Roman"/>
                <a:ea typeface="Times New Roman"/>
              </a:rPr>
              <a:t> Triggered FFT provides supporting frequency-domain information.</a:t>
            </a:r>
            <a:endParaRPr lang="en-US" sz="1600" b="0" u="none" strike="noStrike" dirty="0">
              <a:solidFill>
                <a:srgbClr val="000000"/>
              </a:solidFill>
              <a:effectLst/>
              <a:uFillTx/>
              <a:latin typeface="Arial"/>
            </a:endParaRPr>
          </a:p>
          <a:p>
            <a:pPr algn="just">
              <a:lnSpc>
                <a:spcPct val="200000"/>
              </a:lnSpc>
              <a:spcBef>
                <a:spcPts val="717"/>
              </a:spcBef>
              <a:buClr>
                <a:srgbClr val="000000"/>
              </a:buClr>
              <a:buFont typeface="Arial"/>
              <a:buChar char="•"/>
            </a:pPr>
            <a:r>
              <a:rPr lang="en-US" sz="1600" b="1" u="none" strike="noStrike" dirty="0">
                <a:solidFill>
                  <a:schemeClr val="dk1"/>
                </a:solidFill>
                <a:effectLst/>
                <a:uFillTx/>
                <a:latin typeface="Times New Roman"/>
                <a:ea typeface="Times New Roman"/>
              </a:rPr>
              <a:t>Output:</a:t>
            </a:r>
            <a:r>
              <a:rPr lang="en-US" sz="1600" b="0" u="none" strike="noStrike" dirty="0">
                <a:solidFill>
                  <a:schemeClr val="dk1"/>
                </a:solidFill>
                <a:effectLst/>
                <a:uFillTx/>
                <a:latin typeface="Times New Roman"/>
                <a:ea typeface="Times New Roman"/>
              </a:rPr>
              <a:t> RGB state indication and structured USB logging.</a:t>
            </a:r>
            <a:endParaRPr lang="en-US" sz="1600" b="0" u="none" strike="noStrike" dirty="0">
              <a:solidFill>
                <a:srgbClr val="000000"/>
              </a:solidFill>
              <a:effectLst/>
              <a:uFillTx/>
              <a:latin typeface="Arial"/>
            </a:endParaRPr>
          </a:p>
          <a:p>
            <a:pPr algn="just">
              <a:lnSpc>
                <a:spcPct val="200000"/>
              </a:lnSpc>
              <a:spcBef>
                <a:spcPts val="717"/>
              </a:spcBef>
              <a:buClr>
                <a:srgbClr val="000000"/>
              </a:buClr>
              <a:buFont typeface="Arial"/>
              <a:buChar char="•"/>
            </a:pPr>
            <a:r>
              <a:rPr lang="en-US" sz="1600" b="1" u="none" strike="noStrike" dirty="0">
                <a:solidFill>
                  <a:schemeClr val="dk1"/>
                </a:solidFill>
                <a:effectLst/>
                <a:uFillTx/>
                <a:latin typeface="Times New Roman"/>
                <a:ea typeface="Times New Roman"/>
              </a:rPr>
              <a:t>Test Rig:</a:t>
            </a:r>
            <a:r>
              <a:rPr lang="en-US" sz="1600" b="0" u="none" strike="noStrike" dirty="0">
                <a:solidFill>
                  <a:schemeClr val="dk1"/>
                </a:solidFill>
                <a:effectLst/>
                <a:uFillTx/>
                <a:latin typeface="Times New Roman"/>
                <a:ea typeface="Times New Roman"/>
              </a:rPr>
              <a:t> A guarded low-voltage motor/fan rig provides controlled Normal and Abnormal conditions.</a:t>
            </a:r>
            <a:endParaRPr lang="en-US" sz="1600" b="0" u="none" strike="noStrike" dirty="0">
              <a:solidFill>
                <a:srgbClr val="000000"/>
              </a:solidFill>
              <a:effectLst/>
              <a:uFillTx/>
              <a:latin typeface="Arial"/>
            </a:endParaRPr>
          </a:p>
        </p:txBody>
      </p:sp>
      <p:sp>
        <p:nvSpPr>
          <p:cNvPr id="130" name="Google Shape;207;p25"/>
          <p:cNvSpPr/>
          <p:nvPr/>
        </p:nvSpPr>
        <p:spPr>
          <a:xfrm>
            <a:off x="4038480" y="-1800"/>
            <a:ext cx="5857920" cy="27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131" name="PlaceHolder 3"/>
          <p:cNvSpPr>
            <a:spLocks noGrp="1"/>
          </p:cNvSpPr>
          <p:nvPr>
            <p:ph type="ftr" idx="59"/>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dirty="0">
                <a:solidFill>
                  <a:srgbClr val="888888"/>
                </a:solidFill>
                <a:effectLst/>
                <a:uFillTx/>
                <a:latin typeface="Calibri"/>
                <a:ea typeface="Calibri"/>
              </a:rPr>
              <a:t>DEPT OF CSE ( CY )</a:t>
            </a:r>
            <a:endParaRPr lang="en-US" sz="1200" b="0" u="none" strike="noStrike" dirty="0">
              <a:solidFill>
                <a:srgbClr val="000000"/>
              </a:solidFill>
              <a:effectLst/>
              <a:uFillTx/>
              <a:latin typeface="Times New Roman"/>
            </a:endParaRPr>
          </a:p>
        </p:txBody>
      </p:sp>
      <p:sp>
        <p:nvSpPr>
          <p:cNvPr id="132" name="PlaceHolder 4"/>
          <p:cNvSpPr>
            <a:spLocks noGrp="1"/>
          </p:cNvSpPr>
          <p:nvPr>
            <p:ph type="sldNum" idx="60"/>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F66A0CF0-B77C-469B-B984-9C1914A74734}" type="slidenum">
              <a:rPr lang="en-US" sz="1200" b="0" u="none" strike="noStrike">
                <a:solidFill>
                  <a:srgbClr val="888888"/>
                </a:solidFill>
                <a:effectLst/>
                <a:uFillTx/>
                <a:latin typeface="Calibri"/>
                <a:ea typeface="Calibri"/>
              </a:rPr>
              <a:t>13</a:t>
            </a:fld>
            <a:endParaRPr lang="en-US" sz="1200" b="0" u="none" strike="noStrike">
              <a:solidFill>
                <a:srgbClr val="000000"/>
              </a:solidFill>
              <a:effectLst/>
              <a:uFillTx/>
              <a:latin typeface="Times New Roman"/>
            </a:endParaRPr>
          </a:p>
        </p:txBody>
      </p:sp>
      <p:sp>
        <p:nvSpPr>
          <p:cNvPr id="6" name="PlaceHolder 5"/>
          <p:cNvSpPr>
            <a:spLocks noGrp="1"/>
          </p:cNvSpPr>
          <p:nvPr>
            <p:ph type="dt" idx="1"/>
          </p:nvPr>
        </p:nvSpPr>
        <p:spPr/>
        <p:txBody>
          <a:bodyPr/>
          <a:lstStyle/>
          <a:p>
            <a:r>
              <a:rPr lang="en-US" dirty="0"/>
              <a:t>06/10/26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 name="Google Shape;215;p26"/>
          <p:cNvPicPr/>
          <p:nvPr/>
        </p:nvPicPr>
        <p:blipFill>
          <a:blip r:embed="rId2"/>
          <a:stretch/>
        </p:blipFill>
        <p:spPr>
          <a:xfrm>
            <a:off x="1307880" y="162000"/>
            <a:ext cx="9744480" cy="1608480"/>
          </a:xfrm>
          <a:prstGeom prst="rect">
            <a:avLst/>
          </a:prstGeom>
          <a:noFill/>
          <a:ln w="0">
            <a:noFill/>
          </a:ln>
        </p:spPr>
      </p:pic>
      <p:sp>
        <p:nvSpPr>
          <p:cNvPr id="134" name="PlaceHolder 1"/>
          <p:cNvSpPr>
            <a:spLocks noGrp="1"/>
          </p:cNvSpPr>
          <p:nvPr>
            <p:ph type="title"/>
          </p:nvPr>
        </p:nvSpPr>
        <p:spPr>
          <a:xfrm>
            <a:off x="838080" y="1307520"/>
            <a:ext cx="10514160" cy="132408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3600" b="1" u="sng" strike="noStrike">
                <a:solidFill>
                  <a:srgbClr val="002060"/>
                </a:solidFill>
                <a:effectLst/>
                <a:uFillTx/>
                <a:latin typeface="Times New Roman"/>
                <a:ea typeface="Times New Roman"/>
              </a:rPr>
              <a:t>Basic Block Diagram</a:t>
            </a:r>
            <a:endParaRPr lang="en-US" sz="3600" b="0" u="none" strike="noStrike">
              <a:solidFill>
                <a:srgbClr val="000000"/>
              </a:solidFill>
              <a:effectLst/>
              <a:uFillTx/>
              <a:latin typeface="Arial"/>
            </a:endParaRPr>
          </a:p>
        </p:txBody>
      </p:sp>
      <p:sp>
        <p:nvSpPr>
          <p:cNvPr id="135" name="Google Shape;217;p26"/>
          <p:cNvSpPr/>
          <p:nvPr/>
        </p:nvSpPr>
        <p:spPr>
          <a:xfrm>
            <a:off x="4038480" y="-1800"/>
            <a:ext cx="5857920" cy="27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pic>
        <p:nvPicPr>
          <p:cNvPr id="136" name="Google Shape;218;p26"/>
          <p:cNvPicPr/>
          <p:nvPr/>
        </p:nvPicPr>
        <p:blipFill>
          <a:blip r:embed="rId3"/>
          <a:srcRect t="17773" b="2224"/>
          <a:stretch/>
        </p:blipFill>
        <p:spPr>
          <a:xfrm>
            <a:off x="2286000" y="2286360"/>
            <a:ext cx="7591320" cy="4114080"/>
          </a:xfrm>
          <a:prstGeom prst="rect">
            <a:avLst/>
          </a:prstGeom>
          <a:noFill/>
          <a:ln w="0">
            <a:noFill/>
          </a:ln>
        </p:spPr>
      </p:pic>
      <p:sp>
        <p:nvSpPr>
          <p:cNvPr id="137" name="PlaceHolder 2"/>
          <p:cNvSpPr>
            <a:spLocks noGrp="1"/>
          </p:cNvSpPr>
          <p:nvPr>
            <p:ph type="ftr" idx="61"/>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38" name="PlaceHolder 3"/>
          <p:cNvSpPr>
            <a:spLocks noGrp="1"/>
          </p:cNvSpPr>
          <p:nvPr>
            <p:ph type="sldNum" idx="62"/>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7709DDDC-0F77-4892-B435-82541BBEC8BB}" type="slidenum">
              <a:rPr lang="en-US" sz="1200" b="0" u="none" strike="noStrike">
                <a:solidFill>
                  <a:srgbClr val="888888"/>
                </a:solidFill>
                <a:effectLst/>
                <a:uFillTx/>
                <a:latin typeface="Calibri"/>
                <a:ea typeface="Calibri"/>
              </a:rPr>
              <a:t>14</a:t>
            </a:fld>
            <a:endParaRPr lang="en-US" sz="1200" b="0" u="none" strike="noStrike">
              <a:solidFill>
                <a:srgbClr val="000000"/>
              </a:solidFill>
              <a:effectLst/>
              <a:uFillTx/>
              <a:latin typeface="Times New Roman"/>
            </a:endParaRPr>
          </a:p>
        </p:txBody>
      </p:sp>
      <p:sp>
        <p:nvSpPr>
          <p:cNvPr id="5" name="PlaceHolder 4"/>
          <p:cNvSpPr>
            <a:spLocks noGrp="1"/>
          </p:cNvSpPr>
          <p:nvPr>
            <p:ph type="dt" idx="1"/>
          </p:nvPr>
        </p:nvSpPr>
        <p:spPr/>
        <p:txBody>
          <a:bodyPr/>
          <a:lstStyle/>
          <a:p>
            <a:r>
              <a:rPr lang="en-US" dirty="0"/>
              <a:t>06/10/26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 name="Google Shape;226;p27"/>
          <p:cNvPicPr/>
          <p:nvPr/>
        </p:nvPicPr>
        <p:blipFill>
          <a:blip r:embed="rId2"/>
          <a:stretch/>
        </p:blipFill>
        <p:spPr>
          <a:xfrm>
            <a:off x="806760" y="194040"/>
            <a:ext cx="10577880" cy="1746360"/>
          </a:xfrm>
          <a:prstGeom prst="rect">
            <a:avLst/>
          </a:prstGeom>
          <a:noFill/>
          <a:ln w="0">
            <a:noFill/>
          </a:ln>
        </p:spPr>
      </p:pic>
      <p:sp>
        <p:nvSpPr>
          <p:cNvPr id="140" name="PlaceHolder 1"/>
          <p:cNvSpPr>
            <a:spLocks noGrp="1"/>
          </p:cNvSpPr>
          <p:nvPr>
            <p:ph type="title"/>
          </p:nvPr>
        </p:nvSpPr>
        <p:spPr>
          <a:xfrm>
            <a:off x="996840" y="1600920"/>
            <a:ext cx="10514160" cy="132408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3600" b="1" u="sng" strike="noStrike">
                <a:solidFill>
                  <a:srgbClr val="002060"/>
                </a:solidFill>
                <a:effectLst/>
                <a:uFillTx/>
                <a:latin typeface="Times New Roman"/>
                <a:ea typeface="Times New Roman"/>
              </a:rPr>
              <a:t>Detailed Block Diagram</a:t>
            </a:r>
            <a:endParaRPr lang="en-US" sz="3600" b="0" u="none" strike="noStrike">
              <a:solidFill>
                <a:srgbClr val="000000"/>
              </a:solidFill>
              <a:effectLst/>
              <a:uFillTx/>
              <a:latin typeface="Arial"/>
            </a:endParaRPr>
          </a:p>
        </p:txBody>
      </p:sp>
      <p:pic>
        <p:nvPicPr>
          <p:cNvPr id="141" name="Google Shape;228;p27"/>
          <p:cNvPicPr/>
          <p:nvPr/>
        </p:nvPicPr>
        <p:blipFill>
          <a:blip r:embed="rId3"/>
          <a:stretch/>
        </p:blipFill>
        <p:spPr>
          <a:xfrm>
            <a:off x="0" y="1900080"/>
            <a:ext cx="12191760" cy="4299480"/>
          </a:xfrm>
          <a:prstGeom prst="rect">
            <a:avLst/>
          </a:prstGeom>
          <a:noFill/>
          <a:ln w="0">
            <a:noFill/>
          </a:ln>
        </p:spPr>
      </p:pic>
      <p:sp>
        <p:nvSpPr>
          <p:cNvPr id="142" name="Header Topic"/>
          <p:cNvSpPr/>
          <p:nvPr/>
        </p:nvSpPr>
        <p:spPr>
          <a:xfrm>
            <a:off x="4038480" y="-1800"/>
            <a:ext cx="5857920" cy="27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200" b="0" u="none" strike="noStrike">
                <a:solidFill>
                  <a:srgbClr val="7F7F7F"/>
                </a:solidFill>
                <a:effectLst/>
                <a:uFillTx/>
                <a:latin typeface="Calibri"/>
                <a:ea typeface="Arial"/>
              </a:rPr>
              <a:t> Topic :  VibeGuard: Low-Cost Embedded Vibration Monitoring System</a:t>
            </a:r>
            <a:endParaRPr lang="en-US" sz="1200" b="0" u="none" strike="noStrike">
              <a:solidFill>
                <a:srgbClr val="000000"/>
              </a:solidFill>
              <a:effectLst/>
              <a:uFillTx/>
              <a:latin typeface="Arial"/>
            </a:endParaRPr>
          </a:p>
        </p:txBody>
      </p:sp>
      <p:sp>
        <p:nvSpPr>
          <p:cNvPr id="143" name="PlaceHolder 2"/>
          <p:cNvSpPr>
            <a:spLocks noGrp="1"/>
          </p:cNvSpPr>
          <p:nvPr>
            <p:ph type="ftr" idx="63"/>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7F7F7F"/>
                </a:solidFill>
                <a:effectLst/>
                <a:uFillTx/>
                <a:latin typeface="Calibri"/>
                <a:ea typeface="Calibri"/>
              </a:defRPr>
            </a:lvl1pPr>
          </a:lstStyle>
          <a:p>
            <a:pPr indent="0" algn="ctr">
              <a:lnSpc>
                <a:spcPct val="100000"/>
              </a:lnSpc>
              <a:buNone/>
              <a:tabLst>
                <a:tab pos="0" algn="l"/>
              </a:tabLst>
            </a:pPr>
            <a:r>
              <a:rPr lang="en-US" sz="1200" b="0" u="none" strike="noStrike">
                <a:solidFill>
                  <a:srgbClr val="7F7F7F"/>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44" name="PlaceHolder 3"/>
          <p:cNvSpPr>
            <a:spLocks noGrp="1"/>
          </p:cNvSpPr>
          <p:nvPr>
            <p:ph type="sldNum" idx="64"/>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7F7F7F"/>
                </a:solidFill>
                <a:effectLst/>
                <a:uFillTx/>
                <a:latin typeface="Calibri"/>
                <a:ea typeface="Calibri"/>
              </a:defRPr>
            </a:lvl1pPr>
          </a:lstStyle>
          <a:p>
            <a:pPr indent="0" algn="r">
              <a:lnSpc>
                <a:spcPct val="100000"/>
              </a:lnSpc>
              <a:buNone/>
              <a:tabLst>
                <a:tab pos="0" algn="l"/>
              </a:tabLst>
            </a:pPr>
            <a:fld id="{74E8EE58-0C7D-4AC9-98C5-E2D92BDF7DAC}" type="slidenum">
              <a:rPr lang="en-US" sz="1200" b="0" u="none" strike="noStrike">
                <a:solidFill>
                  <a:srgbClr val="7F7F7F"/>
                </a:solidFill>
                <a:effectLst/>
                <a:uFillTx/>
                <a:latin typeface="Calibri"/>
                <a:ea typeface="Calibri"/>
              </a:rPr>
              <a:t>15</a:t>
            </a:fld>
            <a:endParaRPr lang="en-US" sz="1200" b="0" u="none" strike="noStrike" dirty="0">
              <a:solidFill>
                <a:srgbClr val="000000"/>
              </a:solidFill>
              <a:effectLst/>
              <a:uFillTx/>
              <a:latin typeface="Times New Roman"/>
            </a:endParaRPr>
          </a:p>
        </p:txBody>
      </p:sp>
      <p:sp>
        <p:nvSpPr>
          <p:cNvPr id="5" name="PlaceHolder 4"/>
          <p:cNvSpPr>
            <a:spLocks noGrp="1"/>
          </p:cNvSpPr>
          <p:nvPr>
            <p:ph type="dt" idx="1"/>
          </p:nvPr>
        </p:nvSpPr>
        <p:spPr/>
        <p:txBody>
          <a:bodyPr/>
          <a:lstStyle/>
          <a:p>
            <a:r>
              <a:rPr lang="en-US" dirty="0"/>
              <a:t>06/10/26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 name="Google Shape;233;p28"/>
          <p:cNvPicPr/>
          <p:nvPr/>
        </p:nvPicPr>
        <p:blipFill>
          <a:blip r:embed="rId2"/>
          <a:stretch/>
        </p:blipFill>
        <p:spPr>
          <a:xfrm>
            <a:off x="891360" y="243000"/>
            <a:ext cx="10577880" cy="1746360"/>
          </a:xfrm>
          <a:prstGeom prst="rect">
            <a:avLst/>
          </a:prstGeom>
          <a:noFill/>
          <a:ln w="0">
            <a:noFill/>
          </a:ln>
        </p:spPr>
      </p:pic>
      <p:sp>
        <p:nvSpPr>
          <p:cNvPr id="146" name="PlaceHolder 1"/>
          <p:cNvSpPr>
            <a:spLocks noGrp="1"/>
          </p:cNvSpPr>
          <p:nvPr>
            <p:ph/>
          </p:nvPr>
        </p:nvSpPr>
        <p:spPr>
          <a:xfrm>
            <a:off x="891360" y="0"/>
            <a:ext cx="10513800" cy="434952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3600" b="1" u="sng" strike="noStrike">
                <a:solidFill>
                  <a:srgbClr val="002060"/>
                </a:solidFill>
                <a:effectLst/>
                <a:uFillTx/>
                <a:latin typeface="Times New Roman"/>
                <a:ea typeface="Times New Roman"/>
              </a:rPr>
              <a:t>Components Required </a:t>
            </a:r>
            <a:endParaRPr lang="en-US" sz="3600" b="0" u="none" strike="noStrike">
              <a:solidFill>
                <a:srgbClr val="000000"/>
              </a:solidFill>
              <a:effectLst/>
              <a:uFillTx/>
              <a:latin typeface="Arial"/>
            </a:endParaRPr>
          </a:p>
        </p:txBody>
      </p:sp>
      <p:graphicFrame>
        <p:nvGraphicFramePr>
          <p:cNvPr id="147" name="Google Shape;235;p28"/>
          <p:cNvGraphicFramePr/>
          <p:nvPr>
            <p:extLst>
              <p:ext uri="{D42A27DB-BD31-4B8C-83A1-F6EECF244321}">
                <p14:modId xmlns:p14="http://schemas.microsoft.com/office/powerpoint/2010/main" val="909974172"/>
              </p:ext>
            </p:extLst>
          </p:nvPr>
        </p:nvGraphicFramePr>
        <p:xfrm>
          <a:off x="385140" y="2779920"/>
          <a:ext cx="5457660" cy="3654666"/>
        </p:xfrm>
        <a:graphic>
          <a:graphicData uri="http://schemas.openxmlformats.org/drawingml/2006/table">
            <a:tbl>
              <a:tblPr/>
              <a:tblGrid>
                <a:gridCol w="2728830">
                  <a:extLst>
                    <a:ext uri="{9D8B030D-6E8A-4147-A177-3AD203B41FA5}">
                      <a16:colId xmlns:a16="http://schemas.microsoft.com/office/drawing/2014/main" val="20000"/>
                    </a:ext>
                  </a:extLst>
                </a:gridCol>
                <a:gridCol w="2728830">
                  <a:extLst>
                    <a:ext uri="{9D8B030D-6E8A-4147-A177-3AD203B41FA5}">
                      <a16:colId xmlns:a16="http://schemas.microsoft.com/office/drawing/2014/main" val="20001"/>
                    </a:ext>
                  </a:extLst>
                </a:gridCol>
              </a:tblGrid>
              <a:tr h="410013">
                <a:tc>
                  <a:txBody>
                    <a:bodyPr/>
                    <a:lstStyle/>
                    <a:p>
                      <a:pPr>
                        <a:lnSpc>
                          <a:spcPct val="100000"/>
                        </a:lnSpc>
                        <a:tabLst>
                          <a:tab pos="0" algn="l"/>
                        </a:tabLst>
                      </a:pPr>
                      <a:r>
                        <a:rPr lang="en-US" sz="1800" b="1" u="none" strike="noStrike">
                          <a:solidFill>
                            <a:schemeClr val="lt1"/>
                          </a:solidFill>
                          <a:effectLst/>
                          <a:uFillTx/>
                          <a:latin typeface="Arial"/>
                          <a:ea typeface="Arial"/>
                        </a:rPr>
                        <a:t>Component </a:t>
                      </a:r>
                      <a:endParaRPr lang="en-US" sz="18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a:lnSpc>
                          <a:spcPct val="100000"/>
                        </a:lnSpc>
                        <a:tabLst>
                          <a:tab pos="0" algn="l"/>
                        </a:tabLst>
                      </a:pPr>
                      <a:r>
                        <a:rPr lang="en-US" sz="1800" b="1" u="none" strike="noStrike">
                          <a:solidFill>
                            <a:schemeClr val="lt1"/>
                          </a:solidFill>
                          <a:effectLst/>
                          <a:uFillTx/>
                          <a:latin typeface="Arial"/>
                          <a:ea typeface="Arial"/>
                        </a:rPr>
                        <a:t>Purpose</a:t>
                      </a:r>
                      <a:endParaRPr lang="en-US" sz="18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extLst>
                  <a:ext uri="{0D108BD9-81ED-4DB2-BD59-A6C34878D82A}">
                    <a16:rowId xmlns:a16="http://schemas.microsoft.com/office/drawing/2014/main" val="10000"/>
                  </a:ext>
                </a:extLst>
              </a:tr>
              <a:tr h="913016">
                <a:tc>
                  <a:txBody>
                    <a:bodyPr/>
                    <a:lstStyle/>
                    <a:p>
                      <a:pPr>
                        <a:lnSpc>
                          <a:spcPct val="100000"/>
                        </a:lnSpc>
                        <a:tabLst>
                          <a:tab pos="0" algn="l"/>
                        </a:tabLst>
                      </a:pPr>
                      <a:r>
                        <a:rPr lang="en-US" sz="1800" b="0" u="none" strike="noStrike">
                          <a:solidFill>
                            <a:schemeClr val="dk1"/>
                          </a:solidFill>
                          <a:effectLst/>
                          <a:uFillTx/>
                          <a:latin typeface="Arial"/>
                          <a:ea typeface="Arial"/>
                        </a:rPr>
                        <a:t>ESP32 development board</a:t>
                      </a:r>
                      <a:endParaRPr lang="en-US" sz="18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D0DEEF"/>
                    </a:solidFill>
                  </a:tcPr>
                </a:tc>
                <a:tc>
                  <a:txBody>
                    <a:bodyPr/>
                    <a:lstStyle/>
                    <a:p>
                      <a:pPr>
                        <a:lnSpc>
                          <a:spcPct val="100000"/>
                        </a:lnSpc>
                        <a:tabLst>
                          <a:tab pos="0" algn="l"/>
                        </a:tabLst>
                      </a:pPr>
                      <a:r>
                        <a:rPr lang="en-US" sz="1800" b="0" u="none" strike="noStrike">
                          <a:solidFill>
                            <a:schemeClr val="dk1"/>
                          </a:solidFill>
                          <a:effectLst/>
                          <a:uFillTx/>
                          <a:latin typeface="Arial"/>
                          <a:ea typeface="Arial"/>
                        </a:rPr>
                        <a:t>Main controller for reading sensor data and processing logic</a:t>
                      </a:r>
                      <a:endParaRPr lang="en-US" sz="18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D0DEEF"/>
                    </a:solidFill>
                  </a:tcPr>
                </a:tc>
                <a:extLst>
                  <a:ext uri="{0D108BD9-81ED-4DB2-BD59-A6C34878D82A}">
                    <a16:rowId xmlns:a16="http://schemas.microsoft.com/office/drawing/2014/main" val="10001"/>
                  </a:ext>
                </a:extLst>
              </a:tr>
              <a:tr h="639111">
                <a:tc>
                  <a:txBody>
                    <a:bodyPr/>
                    <a:lstStyle/>
                    <a:p>
                      <a:pPr>
                        <a:lnSpc>
                          <a:spcPct val="100000"/>
                        </a:lnSpc>
                        <a:tabLst>
                          <a:tab pos="0" algn="l"/>
                        </a:tabLst>
                      </a:pPr>
                      <a:r>
                        <a:rPr lang="en-US" sz="1800" b="0" u="none" strike="noStrike">
                          <a:solidFill>
                            <a:schemeClr val="dk1"/>
                          </a:solidFill>
                          <a:effectLst/>
                          <a:uFillTx/>
                          <a:latin typeface="Arial"/>
                          <a:ea typeface="Arial"/>
                        </a:rPr>
                        <a:t>ADXL345 accelerometer</a:t>
                      </a:r>
                      <a:endParaRPr lang="en-US" sz="18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FF7"/>
                    </a:solidFill>
                  </a:tcPr>
                </a:tc>
                <a:tc>
                  <a:txBody>
                    <a:bodyPr/>
                    <a:lstStyle/>
                    <a:p>
                      <a:pPr>
                        <a:lnSpc>
                          <a:spcPct val="100000"/>
                        </a:lnSpc>
                        <a:tabLst>
                          <a:tab pos="0" algn="l"/>
                        </a:tabLst>
                      </a:pPr>
                      <a:r>
                        <a:rPr lang="en-US" sz="1800" b="0" u="none" strike="noStrike" dirty="0">
                          <a:solidFill>
                            <a:schemeClr val="dk1"/>
                          </a:solidFill>
                          <a:effectLst/>
                          <a:uFillTx/>
                          <a:latin typeface="Arial"/>
                          <a:ea typeface="Arial"/>
                        </a:rPr>
                        <a:t>Measures vibration in 3 axes</a:t>
                      </a:r>
                      <a:endParaRPr lang="en-US" sz="1800" b="0" u="none" strike="noStrike" dirty="0">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FF7"/>
                    </a:solidFill>
                  </a:tcPr>
                </a:tc>
                <a:extLst>
                  <a:ext uri="{0D108BD9-81ED-4DB2-BD59-A6C34878D82A}">
                    <a16:rowId xmlns:a16="http://schemas.microsoft.com/office/drawing/2014/main" val="10002"/>
                  </a:ext>
                </a:extLst>
              </a:tr>
              <a:tr h="639111">
                <a:tc>
                  <a:txBody>
                    <a:bodyPr/>
                    <a:lstStyle/>
                    <a:p>
                      <a:pPr>
                        <a:lnSpc>
                          <a:spcPct val="100000"/>
                        </a:lnSpc>
                        <a:tabLst>
                          <a:tab pos="0" algn="l"/>
                        </a:tabLst>
                      </a:pPr>
                      <a:r>
                        <a:rPr lang="en-US" sz="1800" b="0" u="none" strike="noStrike" dirty="0">
                          <a:solidFill>
                            <a:schemeClr val="dk1"/>
                          </a:solidFill>
                          <a:effectLst/>
                          <a:uFillTx/>
                          <a:latin typeface="Arial"/>
                          <a:ea typeface="Arial"/>
                        </a:rPr>
                        <a:t>RGB LED</a:t>
                      </a:r>
                      <a:endParaRPr lang="en-US" sz="1800" b="0" u="none" strike="noStrike" dirty="0">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EEF"/>
                    </a:solidFill>
                  </a:tcPr>
                </a:tc>
                <a:tc>
                  <a:txBody>
                    <a:bodyPr/>
                    <a:lstStyle/>
                    <a:p>
                      <a:pPr>
                        <a:lnSpc>
                          <a:spcPct val="100000"/>
                        </a:lnSpc>
                        <a:tabLst>
                          <a:tab pos="0" algn="l"/>
                        </a:tabLst>
                      </a:pPr>
                      <a:r>
                        <a:rPr lang="en-US" sz="1800" b="0" u="none" strike="noStrike">
                          <a:solidFill>
                            <a:schemeClr val="dk1"/>
                          </a:solidFill>
                          <a:effectLst/>
                          <a:uFillTx/>
                          <a:latin typeface="Arial"/>
                          <a:ea typeface="Arial"/>
                        </a:rPr>
                        <a:t>Indicates machine condition visually</a:t>
                      </a:r>
                      <a:endParaRPr lang="en-US" sz="18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EEF"/>
                    </a:solidFill>
                  </a:tcPr>
                </a:tc>
                <a:extLst>
                  <a:ext uri="{0D108BD9-81ED-4DB2-BD59-A6C34878D82A}">
                    <a16:rowId xmlns:a16="http://schemas.microsoft.com/office/drawing/2014/main" val="10003"/>
                  </a:ext>
                </a:extLst>
              </a:tr>
              <a:tr h="639111">
                <a:tc>
                  <a:txBody>
                    <a:bodyPr/>
                    <a:lstStyle/>
                    <a:p>
                      <a:pPr>
                        <a:lnSpc>
                          <a:spcPct val="100000"/>
                        </a:lnSpc>
                        <a:tabLst>
                          <a:tab pos="0" algn="l"/>
                        </a:tabLst>
                      </a:pPr>
                      <a:r>
                        <a:rPr lang="en-US" sz="1800" b="0" u="none" strike="noStrike" dirty="0">
                          <a:solidFill>
                            <a:schemeClr val="dk1"/>
                          </a:solidFill>
                          <a:effectLst/>
                          <a:uFillTx/>
                          <a:latin typeface="Arial"/>
                          <a:ea typeface="Arial"/>
                        </a:rPr>
                        <a:t>Resistors</a:t>
                      </a:r>
                      <a:endParaRPr lang="en-US" sz="1800" b="0" u="none" strike="noStrike" dirty="0">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FF7"/>
                    </a:solidFill>
                  </a:tcPr>
                </a:tc>
                <a:tc>
                  <a:txBody>
                    <a:bodyPr/>
                    <a:lstStyle/>
                    <a:p>
                      <a:pPr>
                        <a:lnSpc>
                          <a:spcPct val="100000"/>
                        </a:lnSpc>
                        <a:tabLst>
                          <a:tab pos="0" algn="l"/>
                        </a:tabLst>
                      </a:pPr>
                      <a:r>
                        <a:rPr lang="en-US" sz="1800" b="0" u="none" strike="noStrike" dirty="0">
                          <a:solidFill>
                            <a:schemeClr val="dk1"/>
                          </a:solidFill>
                          <a:effectLst/>
                          <a:uFillTx/>
                          <a:latin typeface="Arial"/>
                          <a:ea typeface="Arial"/>
                        </a:rPr>
                        <a:t>Current limiting for LED connections</a:t>
                      </a:r>
                      <a:endParaRPr lang="en-US" sz="1800" b="0" u="none" strike="noStrike" dirty="0">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FF7"/>
                    </a:solidFill>
                  </a:tcPr>
                </a:tc>
                <a:extLst>
                  <a:ext uri="{0D108BD9-81ED-4DB2-BD59-A6C34878D82A}">
                    <a16:rowId xmlns:a16="http://schemas.microsoft.com/office/drawing/2014/main" val="10004"/>
                  </a:ext>
                </a:extLst>
              </a:tr>
              <a:tr h="410013">
                <a:tc>
                  <a:txBody>
                    <a:bodyPr/>
                    <a:lstStyle/>
                    <a:p>
                      <a:pPr>
                        <a:lnSpc>
                          <a:spcPct val="100000"/>
                        </a:lnSpc>
                        <a:tabLst>
                          <a:tab pos="0" algn="l"/>
                        </a:tabLst>
                      </a:pPr>
                      <a:r>
                        <a:rPr lang="en-US" sz="1800" b="0" u="none" strike="noStrike" dirty="0">
                          <a:solidFill>
                            <a:schemeClr val="dk1"/>
                          </a:solidFill>
                          <a:effectLst/>
                          <a:uFillTx/>
                          <a:latin typeface="Arial"/>
                          <a:ea typeface="Arial"/>
                        </a:rPr>
                        <a:t>Breadboard / PCB</a:t>
                      </a:r>
                      <a:endParaRPr lang="en-US" sz="1800" b="0" u="none" strike="noStrike" dirty="0">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EEF"/>
                    </a:solidFill>
                  </a:tcPr>
                </a:tc>
                <a:tc>
                  <a:txBody>
                    <a:bodyPr/>
                    <a:lstStyle/>
                    <a:p>
                      <a:pPr>
                        <a:lnSpc>
                          <a:spcPct val="100000"/>
                        </a:lnSpc>
                        <a:tabLst>
                          <a:tab pos="0" algn="l"/>
                        </a:tabLst>
                      </a:pPr>
                      <a:r>
                        <a:rPr lang="en-US" sz="1800" b="0" u="none" strike="noStrike" dirty="0">
                          <a:solidFill>
                            <a:schemeClr val="dk1"/>
                          </a:solidFill>
                          <a:effectLst/>
                          <a:uFillTx/>
                          <a:latin typeface="Arial"/>
                          <a:ea typeface="Arial"/>
                        </a:rPr>
                        <a:t>Prototype assembly</a:t>
                      </a:r>
                      <a:endParaRPr lang="en-US" sz="1800" b="0" u="none" strike="noStrike" dirty="0">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EEF"/>
                    </a:solidFill>
                  </a:tcPr>
                </a:tc>
                <a:extLst>
                  <a:ext uri="{0D108BD9-81ED-4DB2-BD59-A6C34878D82A}">
                    <a16:rowId xmlns:a16="http://schemas.microsoft.com/office/drawing/2014/main" val="10005"/>
                  </a:ext>
                </a:extLst>
              </a:tr>
            </a:tbl>
          </a:graphicData>
        </a:graphic>
      </p:graphicFrame>
      <p:graphicFrame>
        <p:nvGraphicFramePr>
          <p:cNvPr id="148" name="Google Shape;236;p28"/>
          <p:cNvGraphicFramePr/>
          <p:nvPr>
            <p:extLst>
              <p:ext uri="{D42A27DB-BD31-4B8C-83A1-F6EECF244321}">
                <p14:modId xmlns:p14="http://schemas.microsoft.com/office/powerpoint/2010/main" val="3580443915"/>
              </p:ext>
            </p:extLst>
          </p:nvPr>
        </p:nvGraphicFramePr>
        <p:xfrm>
          <a:off x="6246720" y="2779920"/>
          <a:ext cx="5540760" cy="3601856"/>
        </p:xfrm>
        <a:graphic>
          <a:graphicData uri="http://schemas.openxmlformats.org/drawingml/2006/table">
            <a:tbl>
              <a:tblPr/>
              <a:tblGrid>
                <a:gridCol w="2770380">
                  <a:extLst>
                    <a:ext uri="{9D8B030D-6E8A-4147-A177-3AD203B41FA5}">
                      <a16:colId xmlns:a16="http://schemas.microsoft.com/office/drawing/2014/main" val="20000"/>
                    </a:ext>
                  </a:extLst>
                </a:gridCol>
                <a:gridCol w="2770380">
                  <a:extLst>
                    <a:ext uri="{9D8B030D-6E8A-4147-A177-3AD203B41FA5}">
                      <a16:colId xmlns:a16="http://schemas.microsoft.com/office/drawing/2014/main" val="20001"/>
                    </a:ext>
                  </a:extLst>
                </a:gridCol>
              </a:tblGrid>
              <a:tr h="520768">
                <a:tc>
                  <a:txBody>
                    <a:bodyPr/>
                    <a:lstStyle/>
                    <a:p>
                      <a:pPr>
                        <a:lnSpc>
                          <a:spcPct val="100000"/>
                        </a:lnSpc>
                        <a:tabLst>
                          <a:tab pos="0" algn="l"/>
                        </a:tabLst>
                      </a:pPr>
                      <a:r>
                        <a:rPr lang="en-US" sz="1800" b="1" u="none" strike="noStrike">
                          <a:solidFill>
                            <a:schemeClr val="lt1"/>
                          </a:solidFill>
                          <a:effectLst/>
                          <a:uFillTx/>
                          <a:latin typeface="Arial"/>
                          <a:ea typeface="Arial"/>
                        </a:rPr>
                        <a:t>Components </a:t>
                      </a:r>
                      <a:endParaRPr lang="en-US" sz="18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a:lnSpc>
                          <a:spcPct val="100000"/>
                        </a:lnSpc>
                        <a:tabLst>
                          <a:tab pos="0" algn="l"/>
                        </a:tabLst>
                      </a:pPr>
                      <a:r>
                        <a:rPr lang="en-US" sz="1800" b="1" u="none" strike="noStrike">
                          <a:solidFill>
                            <a:schemeClr val="lt1"/>
                          </a:solidFill>
                          <a:effectLst/>
                          <a:uFillTx/>
                          <a:latin typeface="Arial"/>
                          <a:ea typeface="Arial"/>
                        </a:rPr>
                        <a:t>Purpose</a:t>
                      </a:r>
                      <a:endParaRPr lang="en-US" sz="18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extLst>
                  <a:ext uri="{0D108BD9-81ED-4DB2-BD59-A6C34878D82A}">
                    <a16:rowId xmlns:a16="http://schemas.microsoft.com/office/drawing/2014/main" val="10000"/>
                  </a:ext>
                </a:extLst>
              </a:tr>
              <a:tr h="520768">
                <a:tc>
                  <a:txBody>
                    <a:bodyPr/>
                    <a:lstStyle/>
                    <a:p>
                      <a:pPr>
                        <a:lnSpc>
                          <a:spcPct val="100000"/>
                        </a:lnSpc>
                        <a:tabLst>
                          <a:tab pos="0" algn="l"/>
                        </a:tabLst>
                      </a:pPr>
                      <a:r>
                        <a:rPr lang="en-US" sz="1800" b="0" u="none" strike="noStrike">
                          <a:solidFill>
                            <a:schemeClr val="dk1"/>
                          </a:solidFill>
                          <a:effectLst/>
                          <a:uFillTx/>
                          <a:latin typeface="Arial"/>
                          <a:ea typeface="Arial"/>
                        </a:rPr>
                        <a:t>Jumper wires</a:t>
                      </a:r>
                      <a:endParaRPr lang="en-US" sz="18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D0DEEF"/>
                    </a:solidFill>
                  </a:tcPr>
                </a:tc>
                <a:tc>
                  <a:txBody>
                    <a:bodyPr/>
                    <a:lstStyle/>
                    <a:p>
                      <a:pPr>
                        <a:lnSpc>
                          <a:spcPct val="100000"/>
                        </a:lnSpc>
                        <a:tabLst>
                          <a:tab pos="0" algn="l"/>
                        </a:tabLst>
                      </a:pPr>
                      <a:r>
                        <a:rPr lang="en-US" sz="1800" b="0" u="none" strike="noStrike">
                          <a:solidFill>
                            <a:schemeClr val="dk1"/>
                          </a:solidFill>
                          <a:effectLst/>
                          <a:uFillTx/>
                          <a:latin typeface="Arial"/>
                          <a:ea typeface="Arial"/>
                        </a:rPr>
                        <a:t>Electrical interconnection</a:t>
                      </a:r>
                      <a:endParaRPr lang="en-US" sz="18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D0DEEF"/>
                    </a:solidFill>
                  </a:tcPr>
                </a:tc>
                <a:extLst>
                  <a:ext uri="{0D108BD9-81ED-4DB2-BD59-A6C34878D82A}">
                    <a16:rowId xmlns:a16="http://schemas.microsoft.com/office/drawing/2014/main" val="10001"/>
                  </a:ext>
                </a:extLst>
              </a:tr>
              <a:tr h="572777">
                <a:tc>
                  <a:txBody>
                    <a:bodyPr/>
                    <a:lstStyle/>
                    <a:p>
                      <a:pPr>
                        <a:lnSpc>
                          <a:spcPct val="100000"/>
                        </a:lnSpc>
                        <a:tabLst>
                          <a:tab pos="0" algn="l"/>
                        </a:tabLst>
                      </a:pPr>
                      <a:r>
                        <a:rPr lang="en-US" sz="1800" b="0" u="none" strike="noStrike">
                          <a:solidFill>
                            <a:schemeClr val="dk1"/>
                          </a:solidFill>
                          <a:effectLst/>
                          <a:uFillTx/>
                          <a:latin typeface="Arial"/>
                          <a:ea typeface="Arial"/>
                        </a:rPr>
                        <a:t>USB cable</a:t>
                      </a:r>
                      <a:endParaRPr lang="en-US" sz="18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FF7"/>
                    </a:solidFill>
                  </a:tcPr>
                </a:tc>
                <a:tc>
                  <a:txBody>
                    <a:bodyPr/>
                    <a:lstStyle/>
                    <a:p>
                      <a:pPr>
                        <a:lnSpc>
                          <a:spcPct val="100000"/>
                        </a:lnSpc>
                        <a:tabLst>
                          <a:tab pos="0" algn="l"/>
                        </a:tabLst>
                      </a:pPr>
                      <a:r>
                        <a:rPr lang="en-US" sz="1800" b="0" u="none" strike="noStrike">
                          <a:solidFill>
                            <a:schemeClr val="dk1"/>
                          </a:solidFill>
                          <a:effectLst/>
                          <a:uFillTx/>
                          <a:latin typeface="Arial"/>
                          <a:ea typeface="Arial"/>
                        </a:rPr>
                        <a:t>Power and serial communication</a:t>
                      </a:r>
                      <a:endParaRPr lang="en-US" sz="18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FF7"/>
                    </a:solidFill>
                  </a:tcPr>
                </a:tc>
                <a:extLst>
                  <a:ext uri="{0D108BD9-81ED-4DB2-BD59-A6C34878D82A}">
                    <a16:rowId xmlns:a16="http://schemas.microsoft.com/office/drawing/2014/main" val="10002"/>
                  </a:ext>
                </a:extLst>
              </a:tr>
              <a:tr h="572777">
                <a:tc>
                  <a:txBody>
                    <a:bodyPr/>
                    <a:lstStyle/>
                    <a:p>
                      <a:pPr>
                        <a:lnSpc>
                          <a:spcPct val="100000"/>
                        </a:lnSpc>
                        <a:tabLst>
                          <a:tab pos="0" algn="l"/>
                        </a:tabLst>
                      </a:pPr>
                      <a:r>
                        <a:rPr lang="en-US" sz="1800" b="0" u="none" strike="noStrike">
                          <a:solidFill>
                            <a:schemeClr val="dk1"/>
                          </a:solidFill>
                          <a:effectLst/>
                          <a:uFillTx/>
                          <a:latin typeface="Arial"/>
                          <a:ea typeface="Arial"/>
                        </a:rPr>
                        <a:t>DC motor / small rotating machine</a:t>
                      </a:r>
                      <a:endParaRPr lang="en-US" sz="18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EEF"/>
                    </a:solidFill>
                  </a:tcPr>
                </a:tc>
                <a:tc>
                  <a:txBody>
                    <a:bodyPr/>
                    <a:lstStyle/>
                    <a:p>
                      <a:pPr>
                        <a:lnSpc>
                          <a:spcPct val="100000"/>
                        </a:lnSpc>
                        <a:tabLst>
                          <a:tab pos="0" algn="l"/>
                        </a:tabLst>
                      </a:pPr>
                      <a:r>
                        <a:rPr lang="en-US" sz="1800" b="0" u="none" strike="noStrike">
                          <a:solidFill>
                            <a:schemeClr val="dk1"/>
                          </a:solidFill>
                          <a:effectLst/>
                          <a:uFillTx/>
                          <a:latin typeface="Arial"/>
                          <a:ea typeface="Arial"/>
                        </a:rPr>
                        <a:t>Vibration source for testing</a:t>
                      </a:r>
                      <a:endParaRPr lang="en-US" sz="18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EEF"/>
                    </a:solidFill>
                  </a:tcPr>
                </a:tc>
                <a:extLst>
                  <a:ext uri="{0D108BD9-81ED-4DB2-BD59-A6C34878D82A}">
                    <a16:rowId xmlns:a16="http://schemas.microsoft.com/office/drawing/2014/main" val="10003"/>
                  </a:ext>
                </a:extLst>
              </a:tr>
              <a:tr h="572777">
                <a:tc>
                  <a:txBody>
                    <a:bodyPr/>
                    <a:lstStyle/>
                    <a:p>
                      <a:pPr>
                        <a:lnSpc>
                          <a:spcPct val="100000"/>
                        </a:lnSpc>
                        <a:tabLst>
                          <a:tab pos="0" algn="l"/>
                        </a:tabLst>
                      </a:pPr>
                      <a:r>
                        <a:rPr lang="en-US" sz="1800" b="0" u="none" strike="noStrike">
                          <a:solidFill>
                            <a:schemeClr val="dk1"/>
                          </a:solidFill>
                          <a:effectLst/>
                          <a:uFillTx/>
                          <a:latin typeface="Arial"/>
                          <a:ea typeface="Arial"/>
                        </a:rPr>
                        <a:t>Mounting base / clamp</a:t>
                      </a:r>
                      <a:endParaRPr lang="en-US" sz="18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FF7"/>
                    </a:solidFill>
                  </a:tcPr>
                </a:tc>
                <a:tc>
                  <a:txBody>
                    <a:bodyPr/>
                    <a:lstStyle/>
                    <a:p>
                      <a:pPr>
                        <a:lnSpc>
                          <a:spcPct val="100000"/>
                        </a:lnSpc>
                        <a:tabLst>
                          <a:tab pos="0" algn="l"/>
                        </a:tabLst>
                      </a:pPr>
                      <a:r>
                        <a:rPr lang="en-US" sz="1800" b="0" u="none" strike="noStrike">
                          <a:solidFill>
                            <a:schemeClr val="dk1"/>
                          </a:solidFill>
                          <a:effectLst/>
                          <a:uFillTx/>
                          <a:latin typeface="Arial"/>
                          <a:ea typeface="Arial"/>
                        </a:rPr>
                        <a:t>Fixing the sensor and test object</a:t>
                      </a:r>
                      <a:endParaRPr lang="en-US" sz="18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FF7"/>
                    </a:solidFill>
                  </a:tcPr>
                </a:tc>
                <a:extLst>
                  <a:ext uri="{0D108BD9-81ED-4DB2-BD59-A6C34878D82A}">
                    <a16:rowId xmlns:a16="http://schemas.microsoft.com/office/drawing/2014/main" val="10004"/>
                  </a:ext>
                </a:extLst>
              </a:tr>
              <a:tr h="572777">
                <a:tc>
                  <a:txBody>
                    <a:bodyPr/>
                    <a:lstStyle/>
                    <a:p>
                      <a:pPr>
                        <a:lnSpc>
                          <a:spcPct val="100000"/>
                        </a:lnSpc>
                        <a:tabLst>
                          <a:tab pos="0" algn="l"/>
                        </a:tabLst>
                      </a:pPr>
                      <a:r>
                        <a:rPr lang="en-US" sz="1800" b="0" u="none" strike="noStrike">
                          <a:solidFill>
                            <a:schemeClr val="dk1"/>
                          </a:solidFill>
                          <a:effectLst/>
                          <a:uFillTx/>
                          <a:latin typeface="Arial"/>
                          <a:ea typeface="Arial"/>
                        </a:rPr>
                        <a:t>Laptop with Arduino IDE / serial monitor</a:t>
                      </a:r>
                      <a:endParaRPr lang="en-US" sz="18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EEF"/>
                    </a:solidFill>
                  </a:tcPr>
                </a:tc>
                <a:tc>
                  <a:txBody>
                    <a:bodyPr/>
                    <a:lstStyle/>
                    <a:p>
                      <a:pPr>
                        <a:lnSpc>
                          <a:spcPct val="100000"/>
                        </a:lnSpc>
                        <a:tabLst>
                          <a:tab pos="0" algn="l"/>
                        </a:tabLst>
                      </a:pPr>
                      <a:r>
                        <a:rPr lang="en-US" sz="1800" b="0" u="none" strike="noStrike" dirty="0">
                          <a:solidFill>
                            <a:schemeClr val="dk1"/>
                          </a:solidFill>
                          <a:effectLst/>
                          <a:uFillTx/>
                          <a:latin typeface="Arial"/>
                          <a:ea typeface="Arial"/>
                        </a:rPr>
                        <a:t>Programming and logging</a:t>
                      </a:r>
                      <a:endParaRPr lang="en-US" sz="1800" b="0" u="none" strike="noStrike" dirty="0">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EEF"/>
                    </a:solidFill>
                  </a:tcPr>
                </a:tc>
                <a:extLst>
                  <a:ext uri="{0D108BD9-81ED-4DB2-BD59-A6C34878D82A}">
                    <a16:rowId xmlns:a16="http://schemas.microsoft.com/office/drawing/2014/main" val="10005"/>
                  </a:ext>
                </a:extLst>
              </a:tr>
            </a:tbl>
          </a:graphicData>
        </a:graphic>
      </p:graphicFrame>
      <p:sp>
        <p:nvSpPr>
          <p:cNvPr id="149" name="Header Topic"/>
          <p:cNvSpPr/>
          <p:nvPr/>
        </p:nvSpPr>
        <p:spPr>
          <a:xfrm>
            <a:off x="4038480" y="-1800"/>
            <a:ext cx="5857920" cy="27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200" b="0" u="none" strike="noStrike">
                <a:solidFill>
                  <a:srgbClr val="7F7F7F"/>
                </a:solidFill>
                <a:effectLst/>
                <a:uFillTx/>
                <a:latin typeface="Calibri"/>
                <a:ea typeface="Arial"/>
              </a:rPr>
              <a:t> Topic :  VibeGuard: Low-Cost Embedded Vibration Monitoring System</a:t>
            </a:r>
            <a:endParaRPr lang="en-US" sz="1200" b="0" u="none" strike="noStrike">
              <a:solidFill>
                <a:srgbClr val="000000"/>
              </a:solidFill>
              <a:effectLst/>
              <a:uFillTx/>
              <a:latin typeface="Arial"/>
            </a:endParaRPr>
          </a:p>
        </p:txBody>
      </p:sp>
      <p:sp>
        <p:nvSpPr>
          <p:cNvPr id="150" name="PlaceHolder 2"/>
          <p:cNvSpPr>
            <a:spLocks noGrp="1"/>
          </p:cNvSpPr>
          <p:nvPr>
            <p:ph type="ftr" idx="65"/>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7F7F7F"/>
                </a:solidFill>
                <a:effectLst/>
                <a:uFillTx/>
                <a:latin typeface="Calibri"/>
                <a:ea typeface="Calibri"/>
              </a:defRPr>
            </a:lvl1pPr>
          </a:lstStyle>
          <a:p>
            <a:pPr indent="0" algn="ctr">
              <a:lnSpc>
                <a:spcPct val="100000"/>
              </a:lnSpc>
              <a:buNone/>
              <a:tabLst>
                <a:tab pos="0" algn="l"/>
              </a:tabLst>
            </a:pPr>
            <a:r>
              <a:rPr lang="en-US" sz="1200" b="0" u="none" strike="noStrike">
                <a:solidFill>
                  <a:srgbClr val="7F7F7F"/>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51" name="PlaceHolder 3"/>
          <p:cNvSpPr>
            <a:spLocks noGrp="1"/>
          </p:cNvSpPr>
          <p:nvPr>
            <p:ph type="sldNum" idx="66"/>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7F7F7F"/>
                </a:solidFill>
                <a:effectLst/>
                <a:uFillTx/>
                <a:latin typeface="Calibri"/>
                <a:ea typeface="Calibri"/>
              </a:defRPr>
            </a:lvl1pPr>
          </a:lstStyle>
          <a:p>
            <a:pPr indent="0" algn="r">
              <a:lnSpc>
                <a:spcPct val="100000"/>
              </a:lnSpc>
              <a:buNone/>
              <a:tabLst>
                <a:tab pos="0" algn="l"/>
              </a:tabLst>
            </a:pPr>
            <a:fld id="{8D18CC0F-BA5C-4E96-BA6D-432B4953B1F6}" type="slidenum">
              <a:rPr lang="en-US" sz="1200" b="0" u="none" strike="noStrike">
                <a:solidFill>
                  <a:srgbClr val="7F7F7F"/>
                </a:solidFill>
                <a:effectLst/>
                <a:uFillTx/>
                <a:latin typeface="Calibri"/>
                <a:ea typeface="Calibri"/>
              </a:rPr>
              <a:t>16</a:t>
            </a:fld>
            <a:endParaRPr lang="en-US" sz="1200" b="0" u="none" strike="noStrike">
              <a:solidFill>
                <a:srgbClr val="000000"/>
              </a:solidFill>
              <a:effectLst/>
              <a:uFillTx/>
              <a:latin typeface="Times New Roman"/>
            </a:endParaRPr>
          </a:p>
        </p:txBody>
      </p:sp>
      <p:sp>
        <p:nvSpPr>
          <p:cNvPr id="5" name="PlaceHolder 4"/>
          <p:cNvSpPr>
            <a:spLocks noGrp="1"/>
          </p:cNvSpPr>
          <p:nvPr>
            <p:ph type="dt" idx="1"/>
          </p:nvPr>
        </p:nvSpPr>
        <p:spPr>
          <a:xfrm>
            <a:off x="914400" y="6430296"/>
            <a:ext cx="2741760" cy="334103"/>
          </a:xfrm>
        </p:spPr>
        <p:txBody>
          <a:bodyPr/>
          <a:lstStyle/>
          <a:p>
            <a:r>
              <a:rPr lang="en-US" dirty="0"/>
              <a:t>06/10/26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 name="Google Shape;241;p29"/>
          <p:cNvPicPr/>
          <p:nvPr/>
        </p:nvPicPr>
        <p:blipFill>
          <a:blip r:embed="rId2"/>
          <a:stretch/>
        </p:blipFill>
        <p:spPr>
          <a:xfrm>
            <a:off x="891360" y="243000"/>
            <a:ext cx="10577880" cy="1746360"/>
          </a:xfrm>
          <a:prstGeom prst="rect">
            <a:avLst/>
          </a:prstGeom>
          <a:noFill/>
          <a:ln w="0">
            <a:noFill/>
          </a:ln>
        </p:spPr>
      </p:pic>
      <p:sp>
        <p:nvSpPr>
          <p:cNvPr id="153" name="PlaceHolder 1"/>
          <p:cNvSpPr>
            <a:spLocks noGrp="1"/>
          </p:cNvSpPr>
          <p:nvPr>
            <p:ph type="title"/>
          </p:nvPr>
        </p:nvSpPr>
        <p:spPr>
          <a:xfrm>
            <a:off x="955080" y="1503000"/>
            <a:ext cx="10514160" cy="132408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3600" b="1" u="sng" strike="noStrike">
                <a:solidFill>
                  <a:srgbClr val="002060"/>
                </a:solidFill>
                <a:effectLst/>
                <a:uFillTx/>
                <a:latin typeface="Times New Roman"/>
                <a:ea typeface="Times New Roman"/>
              </a:rPr>
              <a:t>Circuit Diagram</a:t>
            </a:r>
            <a:endParaRPr lang="en-US" sz="3600" b="0" u="none" strike="noStrike">
              <a:solidFill>
                <a:srgbClr val="000000"/>
              </a:solidFill>
              <a:effectLst/>
              <a:uFillTx/>
              <a:latin typeface="Arial"/>
            </a:endParaRPr>
          </a:p>
        </p:txBody>
      </p:sp>
      <p:pic>
        <p:nvPicPr>
          <p:cNvPr id="154" name="Circuit Diagram Image"/>
          <p:cNvPicPr/>
          <p:nvPr/>
        </p:nvPicPr>
        <p:blipFill>
          <a:blip r:embed="rId3"/>
          <a:stretch/>
        </p:blipFill>
        <p:spPr>
          <a:xfrm>
            <a:off x="457200" y="1828800"/>
            <a:ext cx="11277360" cy="4647960"/>
          </a:xfrm>
          <a:prstGeom prst="rect">
            <a:avLst/>
          </a:prstGeom>
          <a:noFill/>
          <a:ln w="0">
            <a:noFill/>
          </a:ln>
        </p:spPr>
      </p:pic>
      <p:sp>
        <p:nvSpPr>
          <p:cNvPr id="155" name="Header Topic"/>
          <p:cNvSpPr/>
          <p:nvPr/>
        </p:nvSpPr>
        <p:spPr>
          <a:xfrm>
            <a:off x="4038480" y="-1800"/>
            <a:ext cx="5857920" cy="27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200" b="0" u="none" strike="noStrike">
                <a:solidFill>
                  <a:srgbClr val="7F7F7F"/>
                </a:solidFill>
                <a:effectLst/>
                <a:uFillTx/>
                <a:latin typeface="Calibri"/>
                <a:ea typeface="Arial"/>
              </a:rPr>
              <a:t> Topic :  VibeGuard: Low-Cost Embedded Vibration Monitoring System</a:t>
            </a:r>
            <a:endParaRPr lang="en-US" sz="1200" b="0" u="none" strike="noStrike">
              <a:solidFill>
                <a:srgbClr val="000000"/>
              </a:solidFill>
              <a:effectLst/>
              <a:uFillTx/>
              <a:latin typeface="Arial"/>
            </a:endParaRPr>
          </a:p>
        </p:txBody>
      </p:sp>
      <p:sp>
        <p:nvSpPr>
          <p:cNvPr id="156" name="PlaceHolder 2"/>
          <p:cNvSpPr>
            <a:spLocks noGrp="1"/>
          </p:cNvSpPr>
          <p:nvPr>
            <p:ph type="ftr" idx="67"/>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7F7F7F"/>
                </a:solidFill>
                <a:effectLst/>
                <a:uFillTx/>
                <a:latin typeface="Calibri"/>
                <a:ea typeface="Calibri"/>
              </a:defRPr>
            </a:lvl1pPr>
          </a:lstStyle>
          <a:p>
            <a:pPr indent="0" algn="ctr">
              <a:lnSpc>
                <a:spcPct val="100000"/>
              </a:lnSpc>
              <a:buNone/>
              <a:tabLst>
                <a:tab pos="0" algn="l"/>
              </a:tabLst>
            </a:pPr>
            <a:r>
              <a:rPr lang="en-US" sz="1200" b="0" u="none" strike="noStrike" dirty="0">
                <a:solidFill>
                  <a:srgbClr val="7F7F7F"/>
                </a:solidFill>
                <a:effectLst/>
                <a:uFillTx/>
                <a:latin typeface="Calibri"/>
                <a:ea typeface="Calibri"/>
              </a:rPr>
              <a:t>DEPT OF CSE ( CY )</a:t>
            </a:r>
            <a:endParaRPr lang="en-US" sz="1200" b="0" u="none" strike="noStrike" dirty="0">
              <a:solidFill>
                <a:srgbClr val="000000"/>
              </a:solidFill>
              <a:effectLst/>
              <a:uFillTx/>
              <a:latin typeface="Times New Roman"/>
            </a:endParaRPr>
          </a:p>
        </p:txBody>
      </p:sp>
      <p:sp>
        <p:nvSpPr>
          <p:cNvPr id="157" name="PlaceHolder 3"/>
          <p:cNvSpPr>
            <a:spLocks noGrp="1"/>
          </p:cNvSpPr>
          <p:nvPr>
            <p:ph type="sldNum" idx="68"/>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7F7F7F"/>
                </a:solidFill>
                <a:effectLst/>
                <a:uFillTx/>
                <a:latin typeface="Calibri"/>
                <a:ea typeface="Calibri"/>
              </a:defRPr>
            </a:lvl1pPr>
          </a:lstStyle>
          <a:p>
            <a:pPr indent="0" algn="r">
              <a:lnSpc>
                <a:spcPct val="100000"/>
              </a:lnSpc>
              <a:buNone/>
              <a:tabLst>
                <a:tab pos="0" algn="l"/>
              </a:tabLst>
            </a:pPr>
            <a:fld id="{879E42C9-89E4-49A1-AE85-186A562B7D60}" type="slidenum">
              <a:rPr lang="en-US" sz="1200" b="0" u="none" strike="noStrike">
                <a:solidFill>
                  <a:srgbClr val="7F7F7F"/>
                </a:solidFill>
                <a:effectLst/>
                <a:uFillTx/>
                <a:latin typeface="Calibri"/>
                <a:ea typeface="Calibri"/>
              </a:rPr>
              <a:t>17</a:t>
            </a:fld>
            <a:endParaRPr lang="en-US" sz="1200" b="0" u="none" strike="noStrike">
              <a:solidFill>
                <a:srgbClr val="000000"/>
              </a:solidFill>
              <a:effectLst/>
              <a:uFillTx/>
              <a:latin typeface="Times New Roman"/>
            </a:endParaRPr>
          </a:p>
        </p:txBody>
      </p:sp>
      <p:sp>
        <p:nvSpPr>
          <p:cNvPr id="5" name="PlaceHolder 4"/>
          <p:cNvSpPr>
            <a:spLocks noGrp="1"/>
          </p:cNvSpPr>
          <p:nvPr>
            <p:ph type="dt" idx="1"/>
          </p:nvPr>
        </p:nvSpPr>
        <p:spPr/>
        <p:txBody>
          <a:bodyPr/>
          <a:lstStyle/>
          <a:p>
            <a:r>
              <a:rPr lang="en-US" dirty="0"/>
              <a:t>06/10/26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 name="Google Shape;247;p30"/>
          <p:cNvPicPr/>
          <p:nvPr/>
        </p:nvPicPr>
        <p:blipFill>
          <a:blip r:embed="rId2"/>
          <a:stretch/>
        </p:blipFill>
        <p:spPr>
          <a:xfrm>
            <a:off x="891360" y="243000"/>
            <a:ext cx="10577880" cy="1746360"/>
          </a:xfrm>
          <a:prstGeom prst="rect">
            <a:avLst/>
          </a:prstGeom>
          <a:noFill/>
          <a:ln w="0">
            <a:noFill/>
          </a:ln>
        </p:spPr>
      </p:pic>
      <p:sp>
        <p:nvSpPr>
          <p:cNvPr id="159" name="PlaceHolder 1"/>
          <p:cNvSpPr>
            <a:spLocks noGrp="1"/>
          </p:cNvSpPr>
          <p:nvPr>
            <p:ph type="title"/>
          </p:nvPr>
        </p:nvSpPr>
        <p:spPr>
          <a:xfrm>
            <a:off x="955080" y="1539720"/>
            <a:ext cx="10514160" cy="132408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3600" b="1" u="sng" dirty="0">
                <a:solidFill>
                  <a:srgbClr val="002060"/>
                </a:solidFill>
                <a:latin typeface="Times New Roman"/>
              </a:rPr>
              <a:t>Circuit Diagram </a:t>
            </a:r>
            <a:endParaRPr lang="en-US" sz="3600" b="0" u="none" strike="noStrike" dirty="0">
              <a:solidFill>
                <a:srgbClr val="000000"/>
              </a:solidFill>
              <a:effectLst/>
              <a:uFillTx/>
              <a:latin typeface="Arial"/>
            </a:endParaRPr>
          </a:p>
        </p:txBody>
      </p:sp>
      <p:sp>
        <p:nvSpPr>
          <p:cNvPr id="161" name="Header Topic"/>
          <p:cNvSpPr/>
          <p:nvPr/>
        </p:nvSpPr>
        <p:spPr>
          <a:xfrm>
            <a:off x="4038480" y="-1800"/>
            <a:ext cx="5857920" cy="27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200" b="0" u="none" strike="noStrike">
                <a:solidFill>
                  <a:srgbClr val="7F7F7F"/>
                </a:solidFill>
                <a:effectLst/>
                <a:uFillTx/>
                <a:latin typeface="Calibri"/>
                <a:ea typeface="Arial"/>
              </a:rPr>
              <a:t> Topic :  VibeGuard: Low-Cost Embedded Vibration Monitoring System</a:t>
            </a:r>
            <a:endParaRPr lang="en-US" sz="1200" b="0" u="none" strike="noStrike">
              <a:solidFill>
                <a:srgbClr val="000000"/>
              </a:solidFill>
              <a:effectLst/>
              <a:uFillTx/>
              <a:latin typeface="Arial"/>
            </a:endParaRPr>
          </a:p>
        </p:txBody>
      </p:sp>
      <p:sp>
        <p:nvSpPr>
          <p:cNvPr id="162" name="PlaceHolder 2"/>
          <p:cNvSpPr>
            <a:spLocks noGrp="1"/>
          </p:cNvSpPr>
          <p:nvPr>
            <p:ph type="ftr" idx="69"/>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7F7F7F"/>
                </a:solidFill>
                <a:effectLst/>
                <a:uFillTx/>
                <a:latin typeface="Calibri"/>
                <a:ea typeface="Calibri"/>
              </a:defRPr>
            </a:lvl1pPr>
          </a:lstStyle>
          <a:p>
            <a:pPr indent="0" algn="ctr">
              <a:lnSpc>
                <a:spcPct val="100000"/>
              </a:lnSpc>
              <a:buNone/>
              <a:tabLst>
                <a:tab pos="0" algn="l"/>
              </a:tabLst>
            </a:pPr>
            <a:r>
              <a:rPr lang="en-US" sz="1200" b="0" u="none" strike="noStrike">
                <a:solidFill>
                  <a:srgbClr val="7F7F7F"/>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63" name="PlaceHolder 3"/>
          <p:cNvSpPr>
            <a:spLocks noGrp="1"/>
          </p:cNvSpPr>
          <p:nvPr>
            <p:ph type="sldNum" idx="70"/>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7F7F7F"/>
                </a:solidFill>
                <a:effectLst/>
                <a:uFillTx/>
                <a:latin typeface="Calibri"/>
                <a:ea typeface="Calibri"/>
              </a:defRPr>
            </a:lvl1pPr>
          </a:lstStyle>
          <a:p>
            <a:pPr indent="0" algn="r">
              <a:lnSpc>
                <a:spcPct val="100000"/>
              </a:lnSpc>
              <a:buNone/>
              <a:tabLst>
                <a:tab pos="0" algn="l"/>
              </a:tabLst>
            </a:pPr>
            <a:fld id="{2299CDE1-904A-4055-A93C-9573E7929E5B}" type="slidenum">
              <a:rPr lang="en-US" sz="1200" b="0" u="none" strike="noStrike">
                <a:solidFill>
                  <a:srgbClr val="7F7F7F"/>
                </a:solidFill>
                <a:effectLst/>
                <a:uFillTx/>
                <a:latin typeface="Calibri"/>
                <a:ea typeface="Calibri"/>
              </a:rPr>
              <a:t>18</a:t>
            </a:fld>
            <a:endParaRPr lang="en-US" sz="1200" b="0" u="none" strike="noStrike">
              <a:solidFill>
                <a:srgbClr val="000000"/>
              </a:solidFill>
              <a:effectLst/>
              <a:uFillTx/>
              <a:latin typeface="Times New Roman"/>
            </a:endParaRPr>
          </a:p>
        </p:txBody>
      </p:sp>
      <p:sp>
        <p:nvSpPr>
          <p:cNvPr id="5" name="PlaceHolder 4"/>
          <p:cNvSpPr>
            <a:spLocks noGrp="1"/>
          </p:cNvSpPr>
          <p:nvPr>
            <p:ph type="dt" idx="1"/>
          </p:nvPr>
        </p:nvSpPr>
        <p:spPr/>
        <p:txBody>
          <a:bodyPr/>
          <a:lstStyle/>
          <a:p>
            <a:r>
              <a:rPr lang="en-US" dirty="0"/>
              <a:t>06/10/26</a:t>
            </a:r>
          </a:p>
        </p:txBody>
      </p:sp>
      <p:pic>
        <p:nvPicPr>
          <p:cNvPr id="3" name="Picture 2">
            <a:extLst>
              <a:ext uri="{FF2B5EF4-FFF2-40B4-BE49-F238E27FC236}">
                <a16:creationId xmlns:a16="http://schemas.microsoft.com/office/drawing/2014/main" id="{05759C03-3C93-109D-F811-058BA805144E}"/>
              </a:ext>
            </a:extLst>
          </p:cNvPr>
          <p:cNvPicPr>
            <a:picLocks noChangeAspect="1"/>
          </p:cNvPicPr>
          <p:nvPr/>
        </p:nvPicPr>
        <p:blipFill>
          <a:blip r:embed="rId3"/>
          <a:stretch>
            <a:fillRect/>
          </a:stretch>
        </p:blipFill>
        <p:spPr>
          <a:xfrm>
            <a:off x="151560" y="2502870"/>
            <a:ext cx="11887199" cy="426153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 name="Google Shape;247;p30"/>
          <p:cNvPicPr/>
          <p:nvPr/>
        </p:nvPicPr>
        <p:blipFill>
          <a:blip r:embed="rId2"/>
          <a:stretch/>
        </p:blipFill>
        <p:spPr>
          <a:xfrm>
            <a:off x="891360" y="243000"/>
            <a:ext cx="10577880" cy="1746360"/>
          </a:xfrm>
          <a:prstGeom prst="rect">
            <a:avLst/>
          </a:prstGeom>
          <a:noFill/>
          <a:ln w="0">
            <a:noFill/>
          </a:ln>
        </p:spPr>
      </p:pic>
      <p:sp>
        <p:nvSpPr>
          <p:cNvPr id="159" name="PlaceHolder 1"/>
          <p:cNvSpPr>
            <a:spLocks noGrp="1"/>
          </p:cNvSpPr>
          <p:nvPr>
            <p:ph type="title"/>
          </p:nvPr>
        </p:nvSpPr>
        <p:spPr>
          <a:xfrm>
            <a:off x="955080" y="1539720"/>
            <a:ext cx="10514160" cy="132408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3600" b="1" u="sng" dirty="0">
                <a:solidFill>
                  <a:srgbClr val="002060"/>
                </a:solidFill>
                <a:latin typeface="Times New Roman"/>
              </a:rPr>
              <a:t>Result </a:t>
            </a:r>
            <a:endParaRPr lang="en-US" sz="3600" b="0" u="none" strike="noStrike" dirty="0">
              <a:solidFill>
                <a:srgbClr val="000000"/>
              </a:solidFill>
              <a:effectLst/>
              <a:uFillTx/>
              <a:latin typeface="Arial"/>
            </a:endParaRPr>
          </a:p>
        </p:txBody>
      </p:sp>
      <p:sp>
        <p:nvSpPr>
          <p:cNvPr id="160" name="TextBox 1"/>
          <p:cNvSpPr/>
          <p:nvPr/>
        </p:nvSpPr>
        <p:spPr>
          <a:xfrm>
            <a:off x="84420" y="2990295"/>
            <a:ext cx="12191760" cy="41609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15000"/>
              </a:lnSpc>
              <a:spcBef>
                <a:spcPts val="499"/>
              </a:spcBef>
              <a:buClr>
                <a:srgbClr val="000000"/>
              </a:buClr>
            </a:pPr>
            <a:r>
              <a:rPr lang="en-IN" sz="2000" b="0" u="none" strike="noStrike" dirty="0">
                <a:solidFill>
                  <a:srgbClr val="000000"/>
                </a:solidFill>
                <a:effectLst/>
                <a:uFillTx/>
                <a:latin typeface="Times New Roman"/>
                <a:ea typeface="Arial"/>
              </a:rPr>
              <a:t>.</a:t>
            </a:r>
            <a:endParaRPr lang="en-US" sz="2000" b="0" u="none" strike="noStrike" dirty="0">
              <a:solidFill>
                <a:srgbClr val="000000"/>
              </a:solidFill>
              <a:effectLst/>
              <a:uFillTx/>
              <a:latin typeface="Arial"/>
            </a:endParaRPr>
          </a:p>
        </p:txBody>
      </p:sp>
      <p:sp>
        <p:nvSpPr>
          <p:cNvPr id="161" name="Header Topic"/>
          <p:cNvSpPr/>
          <p:nvPr/>
        </p:nvSpPr>
        <p:spPr>
          <a:xfrm>
            <a:off x="4038480" y="-1800"/>
            <a:ext cx="5857920" cy="27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200" b="0" u="none" strike="noStrike">
                <a:solidFill>
                  <a:srgbClr val="7F7F7F"/>
                </a:solidFill>
                <a:effectLst/>
                <a:uFillTx/>
                <a:latin typeface="Calibri"/>
                <a:ea typeface="Arial"/>
              </a:rPr>
              <a:t> Topic :  VibeGuard: Low-Cost Embedded Vibration Monitoring System</a:t>
            </a:r>
            <a:endParaRPr lang="en-US" sz="1200" b="0" u="none" strike="noStrike">
              <a:solidFill>
                <a:srgbClr val="000000"/>
              </a:solidFill>
              <a:effectLst/>
              <a:uFillTx/>
              <a:latin typeface="Arial"/>
            </a:endParaRPr>
          </a:p>
        </p:txBody>
      </p:sp>
      <p:sp>
        <p:nvSpPr>
          <p:cNvPr id="162" name="PlaceHolder 2"/>
          <p:cNvSpPr>
            <a:spLocks noGrp="1"/>
          </p:cNvSpPr>
          <p:nvPr>
            <p:ph type="ftr" idx="69"/>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7F7F7F"/>
                </a:solidFill>
                <a:effectLst/>
                <a:uFillTx/>
                <a:latin typeface="Calibri"/>
                <a:ea typeface="Calibri"/>
              </a:defRPr>
            </a:lvl1pPr>
          </a:lstStyle>
          <a:p>
            <a:pPr indent="0" algn="ctr">
              <a:lnSpc>
                <a:spcPct val="100000"/>
              </a:lnSpc>
              <a:buNone/>
              <a:tabLst>
                <a:tab pos="0" algn="l"/>
              </a:tabLst>
            </a:pPr>
            <a:r>
              <a:rPr lang="en-US" sz="1200" b="0" u="none" strike="noStrike">
                <a:solidFill>
                  <a:srgbClr val="7F7F7F"/>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63" name="PlaceHolder 3"/>
          <p:cNvSpPr>
            <a:spLocks noGrp="1"/>
          </p:cNvSpPr>
          <p:nvPr>
            <p:ph type="sldNum" idx="70"/>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7F7F7F"/>
                </a:solidFill>
                <a:effectLst/>
                <a:uFillTx/>
                <a:latin typeface="Calibri"/>
                <a:ea typeface="Calibri"/>
              </a:defRPr>
            </a:lvl1pPr>
          </a:lstStyle>
          <a:p>
            <a:pPr indent="0" algn="r">
              <a:lnSpc>
                <a:spcPct val="100000"/>
              </a:lnSpc>
              <a:buNone/>
              <a:tabLst>
                <a:tab pos="0" algn="l"/>
              </a:tabLst>
            </a:pPr>
            <a:fld id="{2299CDE1-904A-4055-A93C-9573E7929E5B}" type="slidenum">
              <a:rPr lang="en-US" sz="1200" b="0" u="none" strike="noStrike">
                <a:solidFill>
                  <a:srgbClr val="7F7F7F"/>
                </a:solidFill>
                <a:effectLst/>
                <a:uFillTx/>
                <a:latin typeface="Calibri"/>
                <a:ea typeface="Calibri"/>
              </a:rPr>
              <a:t>19</a:t>
            </a:fld>
            <a:endParaRPr lang="en-US" sz="1200" b="0" u="none" strike="noStrike">
              <a:solidFill>
                <a:srgbClr val="000000"/>
              </a:solidFill>
              <a:effectLst/>
              <a:uFillTx/>
              <a:latin typeface="Times New Roman"/>
            </a:endParaRPr>
          </a:p>
        </p:txBody>
      </p:sp>
      <p:sp>
        <p:nvSpPr>
          <p:cNvPr id="5" name="PlaceHolder 4"/>
          <p:cNvSpPr>
            <a:spLocks noGrp="1"/>
          </p:cNvSpPr>
          <p:nvPr>
            <p:ph type="dt" idx="1"/>
          </p:nvPr>
        </p:nvSpPr>
        <p:spPr/>
        <p:txBody>
          <a:bodyPr/>
          <a:lstStyle/>
          <a:p>
            <a:r>
              <a:rPr lang="en-US" dirty="0"/>
              <a:t>06/10/26</a:t>
            </a:r>
          </a:p>
        </p:txBody>
      </p:sp>
      <p:pic>
        <p:nvPicPr>
          <p:cNvPr id="3" name="Picture 2">
            <a:extLst>
              <a:ext uri="{FF2B5EF4-FFF2-40B4-BE49-F238E27FC236}">
                <a16:creationId xmlns:a16="http://schemas.microsoft.com/office/drawing/2014/main" id="{B6AC2984-E14C-F2BE-CC58-9DB05E1F8C3A}"/>
              </a:ext>
            </a:extLst>
          </p:cNvPr>
          <p:cNvPicPr>
            <a:picLocks noChangeAspect="1"/>
          </p:cNvPicPr>
          <p:nvPr/>
        </p:nvPicPr>
        <p:blipFill>
          <a:blip r:embed="rId3"/>
          <a:stretch>
            <a:fillRect/>
          </a:stretch>
        </p:blipFill>
        <p:spPr>
          <a:xfrm rot="5400000">
            <a:off x="1217757" y="2068213"/>
            <a:ext cx="3538302" cy="4763011"/>
          </a:xfrm>
          <a:prstGeom prst="rect">
            <a:avLst/>
          </a:prstGeom>
        </p:spPr>
      </p:pic>
      <p:pic>
        <p:nvPicPr>
          <p:cNvPr id="2" name="Picture 1">
            <a:extLst>
              <a:ext uri="{FF2B5EF4-FFF2-40B4-BE49-F238E27FC236}">
                <a16:creationId xmlns:a16="http://schemas.microsoft.com/office/drawing/2014/main" id="{A75073DE-AE89-D8AC-8420-271B51DE02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37083" y="2680566"/>
            <a:ext cx="5946794" cy="3538303"/>
          </a:xfrm>
          <a:prstGeom prst="rect">
            <a:avLst/>
          </a:prstGeom>
        </p:spPr>
      </p:pic>
    </p:spTree>
    <p:extLst>
      <p:ext uri="{BB962C8B-B14F-4D97-AF65-F5344CB8AC3E}">
        <p14:creationId xmlns:p14="http://schemas.microsoft.com/office/powerpoint/2010/main" val="2446182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 name="Google Shape;253;p31"/>
          <p:cNvPicPr/>
          <p:nvPr/>
        </p:nvPicPr>
        <p:blipFill>
          <a:blip r:embed="rId2"/>
          <a:stretch/>
        </p:blipFill>
        <p:spPr>
          <a:xfrm>
            <a:off x="891360" y="243000"/>
            <a:ext cx="10577880" cy="1746360"/>
          </a:xfrm>
          <a:prstGeom prst="rect">
            <a:avLst/>
          </a:prstGeom>
          <a:noFill/>
          <a:ln w="0">
            <a:noFill/>
          </a:ln>
        </p:spPr>
      </p:pic>
      <p:sp>
        <p:nvSpPr>
          <p:cNvPr id="167" name="Header Topic"/>
          <p:cNvSpPr/>
          <p:nvPr/>
        </p:nvSpPr>
        <p:spPr>
          <a:xfrm>
            <a:off x="4038480" y="-1800"/>
            <a:ext cx="5857920" cy="27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200" b="0" u="none" strike="noStrike">
                <a:solidFill>
                  <a:srgbClr val="7F7F7F"/>
                </a:solidFill>
                <a:effectLst/>
                <a:uFillTx/>
                <a:latin typeface="Calibri"/>
                <a:ea typeface="Arial"/>
              </a:rPr>
              <a:t> Topic :  VibeGuard: Low-Cost Embedded Vibration Monitoring System</a:t>
            </a:r>
            <a:endParaRPr lang="en-US" sz="1200" b="0" u="none" strike="noStrike">
              <a:solidFill>
                <a:srgbClr val="000000"/>
              </a:solidFill>
              <a:effectLst/>
              <a:uFillTx/>
              <a:latin typeface="Arial"/>
            </a:endParaRPr>
          </a:p>
        </p:txBody>
      </p:sp>
      <p:sp>
        <p:nvSpPr>
          <p:cNvPr id="168" name="PlaceHolder 2"/>
          <p:cNvSpPr>
            <a:spLocks noGrp="1"/>
          </p:cNvSpPr>
          <p:nvPr>
            <p:ph type="ftr" idx="71"/>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7F7F7F"/>
                </a:solidFill>
                <a:effectLst/>
                <a:uFillTx/>
                <a:latin typeface="Calibri"/>
                <a:ea typeface="Calibri"/>
              </a:defRPr>
            </a:lvl1pPr>
          </a:lstStyle>
          <a:p>
            <a:pPr indent="0" algn="ctr">
              <a:lnSpc>
                <a:spcPct val="100000"/>
              </a:lnSpc>
              <a:buNone/>
              <a:tabLst>
                <a:tab pos="0" algn="l"/>
              </a:tabLst>
            </a:pPr>
            <a:r>
              <a:rPr lang="en-US" sz="1200" b="0" u="none" strike="noStrike">
                <a:solidFill>
                  <a:srgbClr val="7F7F7F"/>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69" name="PlaceHolder 3"/>
          <p:cNvSpPr>
            <a:spLocks noGrp="1"/>
          </p:cNvSpPr>
          <p:nvPr>
            <p:ph type="sldNum" idx="72"/>
          </p:nvPr>
        </p:nvSpPr>
        <p:spPr>
          <a:xfrm>
            <a:off x="5410080" y="574326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7F7F7F"/>
                </a:solidFill>
                <a:effectLst/>
                <a:uFillTx/>
                <a:latin typeface="Calibri"/>
                <a:ea typeface="Calibri"/>
              </a:defRPr>
            </a:lvl1pPr>
          </a:lstStyle>
          <a:p>
            <a:pPr indent="0" algn="r">
              <a:lnSpc>
                <a:spcPct val="100000"/>
              </a:lnSpc>
              <a:buNone/>
              <a:tabLst>
                <a:tab pos="0" algn="l"/>
              </a:tabLst>
            </a:pPr>
            <a:fld id="{D0D9EF92-E89A-4A6B-9749-100BDCC96963}" type="slidenum">
              <a:rPr lang="en-US" sz="1200" b="0" u="none" strike="noStrike">
                <a:solidFill>
                  <a:srgbClr val="7F7F7F"/>
                </a:solidFill>
                <a:effectLst/>
                <a:uFillTx/>
                <a:latin typeface="Calibri"/>
                <a:ea typeface="Calibri"/>
              </a:rPr>
              <a:t>20</a:t>
            </a:fld>
            <a:endParaRPr lang="en-US" sz="1200" b="0" u="none" strike="noStrike">
              <a:solidFill>
                <a:srgbClr val="000000"/>
              </a:solidFill>
              <a:effectLst/>
              <a:uFillTx/>
              <a:latin typeface="Times New Roman"/>
            </a:endParaRPr>
          </a:p>
        </p:txBody>
      </p:sp>
      <p:sp>
        <p:nvSpPr>
          <p:cNvPr id="5" name="PlaceHolder 4"/>
          <p:cNvSpPr>
            <a:spLocks noGrp="1"/>
          </p:cNvSpPr>
          <p:nvPr>
            <p:ph type="dt" idx="1"/>
          </p:nvPr>
        </p:nvSpPr>
        <p:spPr/>
        <p:txBody>
          <a:bodyPr/>
          <a:lstStyle/>
          <a:p>
            <a:r>
              <a:rPr lang="en-US" dirty="0"/>
              <a:t>06/10/26</a:t>
            </a:r>
          </a:p>
        </p:txBody>
      </p:sp>
      <p:pic>
        <p:nvPicPr>
          <p:cNvPr id="3" name="Picture 2">
            <a:extLst>
              <a:ext uri="{FF2B5EF4-FFF2-40B4-BE49-F238E27FC236}">
                <a16:creationId xmlns:a16="http://schemas.microsoft.com/office/drawing/2014/main" id="{FDCEEB84-1369-4716-C11A-340CFFA64E85}"/>
              </a:ext>
            </a:extLst>
          </p:cNvPr>
          <p:cNvPicPr>
            <a:picLocks noChangeAspect="1"/>
          </p:cNvPicPr>
          <p:nvPr/>
        </p:nvPicPr>
        <p:blipFill>
          <a:blip r:embed="rId3"/>
          <a:stretch>
            <a:fillRect/>
          </a:stretch>
        </p:blipFill>
        <p:spPr>
          <a:xfrm rot="5400000">
            <a:off x="1225897" y="1846360"/>
            <a:ext cx="3499177" cy="5021828"/>
          </a:xfrm>
          <a:prstGeom prst="rect">
            <a:avLst/>
          </a:prstGeom>
        </p:spPr>
      </p:pic>
      <p:pic>
        <p:nvPicPr>
          <p:cNvPr id="2" name="Picture 1">
            <a:extLst>
              <a:ext uri="{FF2B5EF4-FFF2-40B4-BE49-F238E27FC236}">
                <a16:creationId xmlns:a16="http://schemas.microsoft.com/office/drawing/2014/main" id="{CEA401AD-C202-5C08-1902-B497BC2011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2607682"/>
            <a:ext cx="5481964" cy="349917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838080" y="1343880"/>
            <a:ext cx="10514160" cy="132408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4000" b="1" u="sng" strike="noStrike">
                <a:solidFill>
                  <a:srgbClr val="002060"/>
                </a:solidFill>
                <a:effectLst/>
                <a:uFillTx/>
                <a:latin typeface="Times New Roman"/>
                <a:ea typeface="Times New Roman"/>
              </a:rPr>
              <a:t>Conclusion </a:t>
            </a:r>
            <a:endParaRPr lang="en-US" sz="4000" b="0" u="none" strike="noStrike">
              <a:solidFill>
                <a:srgbClr val="000000"/>
              </a:solidFill>
              <a:effectLst/>
              <a:uFillTx/>
              <a:latin typeface="Arial"/>
            </a:endParaRPr>
          </a:p>
        </p:txBody>
      </p:sp>
      <p:pic>
        <p:nvPicPr>
          <p:cNvPr id="171" name="Google Shape;260;p32"/>
          <p:cNvPicPr/>
          <p:nvPr/>
        </p:nvPicPr>
        <p:blipFill>
          <a:blip r:embed="rId2"/>
          <a:stretch/>
        </p:blipFill>
        <p:spPr>
          <a:xfrm>
            <a:off x="838080" y="77760"/>
            <a:ext cx="10577880" cy="1746360"/>
          </a:xfrm>
          <a:prstGeom prst="rect">
            <a:avLst/>
          </a:prstGeom>
          <a:noFill/>
          <a:ln w="0">
            <a:noFill/>
          </a:ln>
        </p:spPr>
      </p:pic>
      <p:sp>
        <p:nvSpPr>
          <p:cNvPr id="172" name="PlaceHolder 2"/>
          <p:cNvSpPr>
            <a:spLocks noGrp="1"/>
          </p:cNvSpPr>
          <p:nvPr>
            <p:ph/>
          </p:nvPr>
        </p:nvSpPr>
        <p:spPr>
          <a:xfrm>
            <a:off x="188996" y="1353417"/>
            <a:ext cx="12211560" cy="5473806"/>
          </a:xfrm>
          <a:prstGeom prst="rect">
            <a:avLst/>
          </a:prstGeom>
          <a:noFill/>
          <a:ln w="0">
            <a:noFill/>
          </a:ln>
        </p:spPr>
        <p:txBody>
          <a:bodyPr lIns="91440" tIns="45720" rIns="91440" bIns="45720" anchor="ctr">
            <a:spAutoFit/>
          </a:bodyPr>
          <a:lstStyle/>
          <a:p>
            <a:pPr indent="0" algn="l">
              <a:lnSpc>
                <a:spcPct val="200000"/>
              </a:lnSpc>
              <a:buNone/>
              <a:tabLst>
                <a:tab pos="0" algn="l"/>
              </a:tabLst>
            </a:pPr>
            <a:endParaRPr lang="en-US" sz="1600" b="0" u="none" strike="noStrike" dirty="0">
              <a:solidFill>
                <a:srgbClr val="000000"/>
              </a:solidFill>
              <a:effectLst/>
              <a:uFillTx/>
              <a:latin typeface="Arial"/>
            </a:endParaRPr>
          </a:p>
          <a:p>
            <a:pPr indent="0" algn="l">
              <a:lnSpc>
                <a:spcPct val="200000"/>
              </a:lnSpc>
              <a:spcBef>
                <a:spcPts val="1001"/>
              </a:spcBef>
              <a:buNone/>
              <a:tabLst>
                <a:tab pos="0" algn="l"/>
              </a:tabLst>
            </a:pPr>
            <a:endParaRPr lang="en-US" sz="1600" b="0" u="none" strike="noStrike" dirty="0">
              <a:solidFill>
                <a:srgbClr val="000000"/>
              </a:solidFill>
              <a:effectLst/>
              <a:uFillTx/>
              <a:latin typeface="Arial"/>
            </a:endParaRPr>
          </a:p>
          <a:p>
            <a:pPr>
              <a:lnSpc>
                <a:spcPct val="200000"/>
              </a:lnSpc>
              <a:spcBef>
                <a:spcPts val="1001"/>
              </a:spcBef>
              <a:buClr>
                <a:srgbClr val="000000"/>
              </a:buClr>
              <a:buFont typeface="Arial"/>
              <a:buChar char="•"/>
              <a:tabLst>
                <a:tab pos="0" algn="l"/>
              </a:tabLst>
            </a:pPr>
            <a:r>
              <a:rPr lang="en-US" sz="1600" b="1" u="none" strike="noStrike" dirty="0">
                <a:solidFill>
                  <a:schemeClr val="dk1"/>
                </a:solidFill>
                <a:effectLst/>
                <a:uFillTx/>
                <a:latin typeface="Times New Roman"/>
                <a:ea typeface="Times New Roman"/>
              </a:rPr>
              <a:t>Prototype Proposal:</a:t>
            </a:r>
            <a:r>
              <a:rPr lang="en-US" sz="1600" b="0" u="none" strike="noStrike" dirty="0">
                <a:solidFill>
                  <a:schemeClr val="dk1"/>
                </a:solidFill>
                <a:effectLst/>
                <a:uFillTx/>
                <a:latin typeface="Times New Roman"/>
                <a:ea typeface="Times New Roman"/>
              </a:rPr>
              <a:t> </a:t>
            </a:r>
            <a:r>
              <a:rPr lang="en-US" sz="1600" b="0" u="none" strike="noStrike" dirty="0" err="1">
                <a:solidFill>
                  <a:schemeClr val="dk1"/>
                </a:solidFill>
                <a:effectLst/>
                <a:uFillTx/>
                <a:latin typeface="Times New Roman"/>
                <a:ea typeface="Times New Roman"/>
              </a:rPr>
              <a:t>VibeGuard</a:t>
            </a:r>
            <a:r>
              <a:rPr lang="en-US" sz="1600" b="0" u="none" strike="noStrike" dirty="0">
                <a:solidFill>
                  <a:schemeClr val="dk1"/>
                </a:solidFill>
                <a:effectLst/>
                <a:uFillTx/>
                <a:latin typeface="Times New Roman"/>
                <a:ea typeface="Times New Roman"/>
              </a:rPr>
              <a:t> uses one ADXL345-class accelerometer and an ESP32 for low-cost vibration monitoring.</a:t>
            </a:r>
            <a:endParaRPr lang="en-US" sz="1600" b="0" u="none" strike="noStrike" dirty="0">
              <a:solidFill>
                <a:srgbClr val="000000"/>
              </a:solidFill>
              <a:effectLst/>
              <a:uFillTx/>
              <a:latin typeface="Arial"/>
            </a:endParaRPr>
          </a:p>
          <a:p>
            <a:pPr>
              <a:lnSpc>
                <a:spcPct val="200000"/>
              </a:lnSpc>
              <a:spcBef>
                <a:spcPts val="1001"/>
              </a:spcBef>
              <a:buClr>
                <a:srgbClr val="000000"/>
              </a:buClr>
              <a:buFont typeface="Arial"/>
              <a:buChar char="•"/>
              <a:tabLst>
                <a:tab pos="0" algn="l"/>
              </a:tabLst>
            </a:pPr>
            <a:r>
              <a:rPr lang="en-US" sz="1600" b="1" u="none" strike="noStrike" dirty="0">
                <a:solidFill>
                  <a:schemeClr val="dk1"/>
                </a:solidFill>
                <a:effectLst/>
                <a:uFillTx/>
                <a:latin typeface="Times New Roman"/>
                <a:ea typeface="Times New Roman"/>
              </a:rPr>
              <a:t>Semester Goal:</a:t>
            </a:r>
            <a:r>
              <a:rPr lang="en-US" sz="1600" b="0" u="none" strike="noStrike" dirty="0">
                <a:solidFill>
                  <a:schemeClr val="dk1"/>
                </a:solidFill>
                <a:effectLst/>
                <a:uFillTx/>
                <a:latin typeface="Times New Roman"/>
                <a:ea typeface="Times New Roman"/>
              </a:rPr>
              <a:t> Distinguish a documented Normal state from a safe controlled Abnormal vibration state.</a:t>
            </a:r>
            <a:endParaRPr lang="en-US" sz="1600" b="0" u="none" strike="noStrike" dirty="0">
              <a:solidFill>
                <a:srgbClr val="000000"/>
              </a:solidFill>
              <a:effectLst/>
              <a:uFillTx/>
              <a:latin typeface="Arial"/>
            </a:endParaRPr>
          </a:p>
          <a:p>
            <a:pPr>
              <a:lnSpc>
                <a:spcPct val="200000"/>
              </a:lnSpc>
              <a:spcBef>
                <a:spcPts val="1001"/>
              </a:spcBef>
              <a:buClr>
                <a:srgbClr val="000000"/>
              </a:buClr>
              <a:buFont typeface="Arial"/>
              <a:buChar char="•"/>
              <a:tabLst>
                <a:tab pos="0" algn="l"/>
              </a:tabLst>
            </a:pPr>
            <a:r>
              <a:rPr lang="en-US" sz="1600" b="1" u="none" strike="noStrike" dirty="0">
                <a:solidFill>
                  <a:schemeClr val="dk1"/>
                </a:solidFill>
                <a:effectLst/>
                <a:uFillTx/>
                <a:latin typeface="Times New Roman"/>
                <a:ea typeface="Times New Roman"/>
              </a:rPr>
              <a:t>Processing:</a:t>
            </a:r>
            <a:r>
              <a:rPr lang="en-US" sz="1600" b="0" u="none" strike="noStrike" dirty="0">
                <a:solidFill>
                  <a:schemeClr val="dk1"/>
                </a:solidFill>
                <a:effectLst/>
                <a:uFillTx/>
                <a:latin typeface="Times New Roman"/>
                <a:ea typeface="Times New Roman"/>
              </a:rPr>
              <a:t> RMS + persistence provides the minimum decision method, supported by triggered FFT.</a:t>
            </a:r>
            <a:endParaRPr lang="en-US" sz="1600" b="0" u="none" strike="noStrike" dirty="0">
              <a:solidFill>
                <a:srgbClr val="000000"/>
              </a:solidFill>
              <a:effectLst/>
              <a:uFillTx/>
              <a:latin typeface="Arial"/>
            </a:endParaRPr>
          </a:p>
          <a:p>
            <a:pPr>
              <a:lnSpc>
                <a:spcPct val="200000"/>
              </a:lnSpc>
              <a:spcBef>
                <a:spcPts val="1001"/>
              </a:spcBef>
              <a:buClr>
                <a:srgbClr val="000000"/>
              </a:buClr>
              <a:buFont typeface="Arial"/>
              <a:buChar char="•"/>
              <a:tabLst>
                <a:tab pos="0" algn="l"/>
              </a:tabLst>
            </a:pPr>
            <a:r>
              <a:rPr lang="en-US" sz="1600" b="1" u="none" strike="noStrike" dirty="0">
                <a:solidFill>
                  <a:schemeClr val="dk1"/>
                </a:solidFill>
                <a:effectLst/>
                <a:uFillTx/>
                <a:latin typeface="Times New Roman"/>
                <a:ea typeface="Times New Roman"/>
              </a:rPr>
              <a:t>Expected Output:</a:t>
            </a:r>
            <a:r>
              <a:rPr lang="en-US" sz="1600" b="0" u="none" strike="noStrike" dirty="0">
                <a:solidFill>
                  <a:schemeClr val="dk1"/>
                </a:solidFill>
                <a:effectLst/>
                <a:uFillTx/>
                <a:latin typeface="Times New Roman"/>
                <a:ea typeface="Times New Roman"/>
              </a:rPr>
              <a:t> RGB state indication and structured USB logs.</a:t>
            </a:r>
            <a:endParaRPr lang="en-US" sz="1600" b="0" u="none" strike="noStrike" dirty="0">
              <a:solidFill>
                <a:srgbClr val="000000"/>
              </a:solidFill>
              <a:effectLst/>
              <a:uFillTx/>
              <a:latin typeface="Arial"/>
            </a:endParaRPr>
          </a:p>
          <a:p>
            <a:pPr>
              <a:lnSpc>
                <a:spcPct val="200000"/>
              </a:lnSpc>
              <a:spcBef>
                <a:spcPts val="1001"/>
              </a:spcBef>
              <a:buClr>
                <a:srgbClr val="000000"/>
              </a:buClr>
              <a:buFont typeface="Arial"/>
              <a:buChar char="•"/>
              <a:tabLst>
                <a:tab pos="0" algn="l"/>
              </a:tabLst>
            </a:pPr>
            <a:r>
              <a:rPr lang="en-US" sz="1600" b="1" u="none" strike="noStrike" dirty="0">
                <a:solidFill>
                  <a:schemeClr val="dk1"/>
                </a:solidFill>
                <a:effectLst/>
                <a:uFillTx/>
                <a:latin typeface="Times New Roman"/>
                <a:ea typeface="Times New Roman"/>
              </a:rPr>
              <a:t>Validation:</a:t>
            </a:r>
            <a:r>
              <a:rPr lang="en-US" sz="1600" b="0" u="none" strike="noStrike" dirty="0">
                <a:solidFill>
                  <a:schemeClr val="dk1"/>
                </a:solidFill>
                <a:effectLst/>
                <a:uFillTx/>
                <a:latin typeface="Times New Roman"/>
                <a:ea typeface="Times New Roman"/>
              </a:rPr>
              <a:t> The prototype still has to be built and tested; no final accuracy or industrial fault-diagnosis claim is being made yet.</a:t>
            </a:r>
            <a:endParaRPr lang="en-US" sz="1600" b="0" u="none" strike="noStrike" dirty="0">
              <a:solidFill>
                <a:srgbClr val="000000"/>
              </a:solidFill>
              <a:effectLst/>
              <a:uFillTx/>
              <a:latin typeface="Arial"/>
            </a:endParaRPr>
          </a:p>
          <a:p>
            <a:pPr>
              <a:lnSpc>
                <a:spcPct val="200000"/>
              </a:lnSpc>
              <a:spcBef>
                <a:spcPts val="1001"/>
              </a:spcBef>
              <a:buClr>
                <a:srgbClr val="000000"/>
              </a:buClr>
              <a:buFont typeface="Arial"/>
              <a:buChar char="•"/>
              <a:tabLst>
                <a:tab pos="0" algn="l"/>
              </a:tabLst>
            </a:pPr>
            <a:r>
              <a:rPr lang="en-US" sz="1600" b="1" u="none" strike="noStrike" dirty="0">
                <a:solidFill>
                  <a:schemeClr val="dk1"/>
                </a:solidFill>
                <a:effectLst/>
                <a:uFillTx/>
                <a:latin typeface="Times New Roman"/>
                <a:ea typeface="Times New Roman"/>
              </a:rPr>
              <a:t>Cost Estimate:</a:t>
            </a:r>
            <a:r>
              <a:rPr lang="en-US" sz="1600" b="0" u="none" strike="noStrike" dirty="0">
                <a:solidFill>
                  <a:schemeClr val="dk1"/>
                </a:solidFill>
                <a:effectLst/>
                <a:uFillTx/>
                <a:latin typeface="Times New Roman"/>
                <a:ea typeface="Times New Roman"/>
              </a:rPr>
              <a:t> Preferred budget ≤ ₹3,000; maximum budget ≤ ₹5,000; development period: approximately 3 months; team: 5 students.</a:t>
            </a:r>
            <a:endParaRPr lang="en-US" sz="1600" b="0" u="none" strike="noStrike" dirty="0">
              <a:solidFill>
                <a:srgbClr val="000000"/>
              </a:solidFill>
              <a:effectLst/>
              <a:uFillTx/>
              <a:latin typeface="Arial"/>
            </a:endParaRPr>
          </a:p>
          <a:p>
            <a:pPr indent="0" algn="l">
              <a:lnSpc>
                <a:spcPct val="200000"/>
              </a:lnSpc>
              <a:spcBef>
                <a:spcPts val="1001"/>
              </a:spcBef>
              <a:buNone/>
              <a:tabLst>
                <a:tab pos="0" algn="l"/>
              </a:tabLst>
            </a:pPr>
            <a:endParaRPr lang="en-US" sz="1600" b="0" u="none" strike="noStrike" dirty="0">
              <a:solidFill>
                <a:srgbClr val="000000"/>
              </a:solidFill>
              <a:effectLst/>
              <a:uFillTx/>
              <a:latin typeface="Arial"/>
            </a:endParaRPr>
          </a:p>
        </p:txBody>
      </p:sp>
      <p:sp>
        <p:nvSpPr>
          <p:cNvPr id="173" name="Google Shape;262;p32"/>
          <p:cNvSpPr/>
          <p:nvPr/>
        </p:nvSpPr>
        <p:spPr>
          <a:xfrm>
            <a:off x="4038480" y="-1800"/>
            <a:ext cx="5857920" cy="27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174" name="PlaceHolder 3"/>
          <p:cNvSpPr>
            <a:spLocks noGrp="1"/>
          </p:cNvSpPr>
          <p:nvPr>
            <p:ph type="ftr" idx="73"/>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75" name="PlaceHolder 4"/>
          <p:cNvSpPr>
            <a:spLocks noGrp="1"/>
          </p:cNvSpPr>
          <p:nvPr>
            <p:ph type="sldNum" idx="74"/>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5CE9B536-7D60-41A0-B6E0-5947C02C1A7B}" type="slidenum">
              <a:rPr lang="en-US" sz="1200" b="0" u="none" strike="noStrike">
                <a:solidFill>
                  <a:srgbClr val="888888"/>
                </a:solidFill>
                <a:effectLst/>
                <a:uFillTx/>
                <a:latin typeface="Calibri"/>
                <a:ea typeface="Calibri"/>
              </a:rPr>
              <a:t>21</a:t>
            </a:fld>
            <a:endParaRPr lang="en-US" sz="1200" b="0" u="none" strike="noStrike">
              <a:solidFill>
                <a:srgbClr val="000000"/>
              </a:solidFill>
              <a:effectLst/>
              <a:uFillTx/>
              <a:latin typeface="Times New Roman"/>
            </a:endParaRPr>
          </a:p>
        </p:txBody>
      </p:sp>
      <p:sp>
        <p:nvSpPr>
          <p:cNvPr id="6" name="PlaceHolder 5"/>
          <p:cNvSpPr>
            <a:spLocks noGrp="1"/>
          </p:cNvSpPr>
          <p:nvPr>
            <p:ph type="dt" idx="1"/>
          </p:nvPr>
        </p:nvSpPr>
        <p:spPr/>
        <p:txBody>
          <a:bodyPr/>
          <a:lstStyle/>
          <a:p>
            <a:r>
              <a:rPr lang="en-US" dirty="0"/>
              <a:t>06/10/26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774720" y="1434240"/>
            <a:ext cx="10514160" cy="132408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4000" b="1" u="sng" strike="noStrike">
                <a:solidFill>
                  <a:srgbClr val="002060"/>
                </a:solidFill>
                <a:effectLst/>
                <a:uFillTx/>
                <a:latin typeface="Times New Roman"/>
                <a:ea typeface="Times New Roman"/>
              </a:rPr>
              <a:t>References</a:t>
            </a:r>
            <a:endParaRPr lang="en-US" sz="4000" b="0" u="none" strike="noStrike">
              <a:solidFill>
                <a:srgbClr val="000000"/>
              </a:solidFill>
              <a:effectLst/>
              <a:uFillTx/>
              <a:latin typeface="Arial"/>
            </a:endParaRPr>
          </a:p>
        </p:txBody>
      </p:sp>
      <p:pic>
        <p:nvPicPr>
          <p:cNvPr id="177" name="Google Shape;271;p33"/>
          <p:cNvPicPr/>
          <p:nvPr/>
        </p:nvPicPr>
        <p:blipFill>
          <a:blip r:embed="rId2"/>
          <a:stretch/>
        </p:blipFill>
        <p:spPr>
          <a:xfrm>
            <a:off x="742680" y="194760"/>
            <a:ext cx="10577880" cy="1746360"/>
          </a:xfrm>
          <a:prstGeom prst="rect">
            <a:avLst/>
          </a:prstGeom>
          <a:noFill/>
          <a:ln w="0">
            <a:noFill/>
          </a:ln>
        </p:spPr>
      </p:pic>
      <p:sp>
        <p:nvSpPr>
          <p:cNvPr id="178" name="PlaceHolder 2"/>
          <p:cNvSpPr>
            <a:spLocks noGrp="1"/>
          </p:cNvSpPr>
          <p:nvPr>
            <p:ph/>
          </p:nvPr>
        </p:nvSpPr>
        <p:spPr>
          <a:xfrm>
            <a:off x="99360" y="3342084"/>
            <a:ext cx="12190680" cy="1741631"/>
          </a:xfrm>
          <a:prstGeom prst="rect">
            <a:avLst/>
          </a:prstGeom>
          <a:noFill/>
          <a:ln w="0">
            <a:noFill/>
          </a:ln>
        </p:spPr>
        <p:txBody>
          <a:bodyPr lIns="91440" tIns="45720" rIns="91440" bIns="45720" anchor="ctr">
            <a:spAutoFit/>
          </a:bodyPr>
          <a:lstStyle/>
          <a:p>
            <a:pPr indent="0">
              <a:lnSpc>
                <a:spcPct val="115000"/>
              </a:lnSpc>
              <a:spcBef>
                <a:spcPts val="499"/>
              </a:spcBef>
              <a:buNone/>
              <a:tabLst>
                <a:tab pos="0" algn="l"/>
              </a:tabLst>
            </a:pPr>
            <a:r>
              <a:rPr lang="en-IN" sz="1600" b="0" u="none" strike="noStrike" dirty="0">
                <a:solidFill>
                  <a:schemeClr val="dk1"/>
                </a:solidFill>
                <a:effectLst/>
                <a:uFillTx/>
                <a:latin typeface="Times New Roman"/>
                <a:ea typeface="Calibri"/>
              </a:rPr>
              <a:t>1. ISO 10816-1: Mechanical vibration — Evaluation of machine vibration by measurements on non-rotating parts, ISO Standard.</a:t>
            </a:r>
            <a:endParaRPr lang="en-US" sz="1600" b="0" u="none" strike="noStrike" dirty="0">
              <a:solidFill>
                <a:srgbClr val="000000"/>
              </a:solidFill>
              <a:effectLst/>
              <a:uFillTx/>
              <a:latin typeface="Arial"/>
            </a:endParaRPr>
          </a:p>
          <a:p>
            <a:pPr indent="0">
              <a:lnSpc>
                <a:spcPct val="115000"/>
              </a:lnSpc>
              <a:spcBef>
                <a:spcPts val="499"/>
              </a:spcBef>
              <a:buNone/>
              <a:tabLst>
                <a:tab pos="0" algn="l"/>
              </a:tabLst>
            </a:pPr>
            <a:r>
              <a:rPr lang="en-IN" sz="1600" b="0" u="none" strike="noStrike" dirty="0">
                <a:solidFill>
                  <a:schemeClr val="dk1"/>
                </a:solidFill>
                <a:effectLst/>
                <a:uFillTx/>
                <a:latin typeface="Times New Roman"/>
                <a:ea typeface="Calibri"/>
              </a:rPr>
              <a:t>2. Analog Devices: ADXL345 3-Axis, ±2g/±4g/±8g/±16g Digital Accelerometer Datasheet, Rev. E, 2015.</a:t>
            </a:r>
            <a:endParaRPr lang="en-US" sz="1600" b="0" u="none" strike="noStrike" dirty="0">
              <a:solidFill>
                <a:srgbClr val="000000"/>
              </a:solidFill>
              <a:effectLst/>
              <a:uFillTx/>
              <a:latin typeface="Arial"/>
            </a:endParaRPr>
          </a:p>
          <a:p>
            <a:pPr indent="0">
              <a:lnSpc>
                <a:spcPct val="115000"/>
              </a:lnSpc>
              <a:spcBef>
                <a:spcPts val="499"/>
              </a:spcBef>
              <a:buNone/>
              <a:tabLst>
                <a:tab pos="0" algn="l"/>
              </a:tabLst>
            </a:pPr>
            <a:r>
              <a:rPr lang="en-IN" sz="1600" b="0" u="none" strike="noStrike" dirty="0">
                <a:solidFill>
                  <a:schemeClr val="dk1"/>
                </a:solidFill>
                <a:effectLst/>
                <a:uFillTx/>
                <a:latin typeface="Times New Roman"/>
                <a:ea typeface="Calibri"/>
              </a:rPr>
              <a:t>3. </a:t>
            </a:r>
            <a:r>
              <a:rPr lang="en-IN" sz="1600" b="0" u="none" strike="noStrike" dirty="0" err="1">
                <a:solidFill>
                  <a:schemeClr val="dk1"/>
                </a:solidFill>
                <a:effectLst/>
                <a:uFillTx/>
                <a:latin typeface="Times New Roman"/>
                <a:ea typeface="Calibri"/>
              </a:rPr>
              <a:t>Espressif</a:t>
            </a:r>
            <a:r>
              <a:rPr lang="en-IN" sz="1600" b="0" u="none" strike="noStrike" dirty="0">
                <a:solidFill>
                  <a:schemeClr val="dk1"/>
                </a:solidFill>
                <a:effectLst/>
                <a:uFillTx/>
                <a:latin typeface="Times New Roman"/>
                <a:ea typeface="Calibri"/>
              </a:rPr>
              <a:t> Systems: ESP32 Series Technical Reference Manual &amp; Datasheet, v4.3, 2023.</a:t>
            </a:r>
            <a:endParaRPr lang="en-US" sz="1600" b="0" u="none" strike="noStrike" dirty="0">
              <a:solidFill>
                <a:srgbClr val="000000"/>
              </a:solidFill>
              <a:effectLst/>
              <a:uFillTx/>
              <a:latin typeface="Arial"/>
            </a:endParaRPr>
          </a:p>
          <a:p>
            <a:pPr indent="0">
              <a:lnSpc>
                <a:spcPct val="115000"/>
              </a:lnSpc>
              <a:spcBef>
                <a:spcPts val="499"/>
              </a:spcBef>
              <a:buNone/>
              <a:tabLst>
                <a:tab pos="0" algn="l"/>
              </a:tabLst>
            </a:pPr>
            <a:r>
              <a:rPr lang="en-IN" sz="1600" b="0" u="none" strike="noStrike" dirty="0">
                <a:solidFill>
                  <a:schemeClr val="dk1"/>
                </a:solidFill>
                <a:effectLst/>
                <a:uFillTx/>
                <a:latin typeface="Times New Roman"/>
                <a:ea typeface="Calibri"/>
              </a:rPr>
              <a:t>4. Cooley, J. W., &amp; Tukey, J. W.: "An algorithm for the machine calculation of complex Fourier series", Math. </a:t>
            </a:r>
            <a:r>
              <a:rPr lang="en-IN" sz="1600" b="0" u="none" strike="noStrike" dirty="0" err="1">
                <a:solidFill>
                  <a:schemeClr val="dk1"/>
                </a:solidFill>
                <a:effectLst/>
                <a:uFillTx/>
                <a:latin typeface="Times New Roman"/>
                <a:ea typeface="Calibri"/>
              </a:rPr>
              <a:t>Comput</a:t>
            </a:r>
            <a:r>
              <a:rPr lang="en-IN" sz="1600" b="0" u="none" strike="noStrike" dirty="0">
                <a:solidFill>
                  <a:schemeClr val="dk1"/>
                </a:solidFill>
                <a:effectLst/>
                <a:uFillTx/>
                <a:latin typeface="Times New Roman"/>
                <a:ea typeface="Calibri"/>
              </a:rPr>
              <a:t>., 1965.</a:t>
            </a:r>
            <a:endParaRPr lang="en-US" sz="1600" b="0" u="none" strike="noStrike" dirty="0">
              <a:solidFill>
                <a:srgbClr val="000000"/>
              </a:solidFill>
              <a:effectLst/>
              <a:uFillTx/>
              <a:latin typeface="Arial"/>
            </a:endParaRPr>
          </a:p>
          <a:p>
            <a:pPr indent="0">
              <a:lnSpc>
                <a:spcPct val="115000"/>
              </a:lnSpc>
              <a:spcBef>
                <a:spcPts val="499"/>
              </a:spcBef>
              <a:buNone/>
              <a:tabLst>
                <a:tab pos="0" algn="l"/>
              </a:tabLst>
            </a:pPr>
            <a:r>
              <a:rPr lang="en-IN" sz="1600" b="0" u="none" strike="noStrike" dirty="0">
                <a:solidFill>
                  <a:schemeClr val="dk1"/>
                </a:solidFill>
                <a:effectLst/>
                <a:uFillTx/>
                <a:latin typeface="Times New Roman"/>
                <a:ea typeface="Calibri"/>
              </a:rPr>
              <a:t>5. Randall, R. B.: Vibration-based Condition Monitoring: Industrial, Automotive and Aerospace Applications, Wiley, 2011.</a:t>
            </a:r>
            <a:endParaRPr lang="en-US" sz="1600" b="0" u="none" strike="noStrike" dirty="0">
              <a:solidFill>
                <a:srgbClr val="000000"/>
              </a:solidFill>
              <a:effectLst/>
              <a:uFillTx/>
              <a:latin typeface="Arial"/>
            </a:endParaRPr>
          </a:p>
        </p:txBody>
      </p:sp>
      <p:sp>
        <p:nvSpPr>
          <p:cNvPr id="179" name="Google Shape;273;p33"/>
          <p:cNvSpPr/>
          <p:nvPr/>
        </p:nvSpPr>
        <p:spPr>
          <a:xfrm>
            <a:off x="4038480" y="-1800"/>
            <a:ext cx="5857920" cy="27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1200" b="0" u="none" strike="noStrike">
                <a:solidFill>
                  <a:schemeClr val="dk1"/>
                </a:solidFill>
                <a:effectLst/>
                <a:uFillTx/>
                <a:latin typeface="Calibri"/>
                <a:ea typeface="Calibri"/>
              </a:rPr>
              <a:t> </a:t>
            </a:r>
            <a:r>
              <a:rPr lang="en-US" sz="1200" b="0" u="none" strike="noStrike">
                <a:solidFill>
                  <a:srgbClr val="7F7F7F"/>
                </a:solidFill>
                <a:effectLst/>
                <a:uFillTx/>
                <a:latin typeface="Calibri"/>
                <a:ea typeface="Calibri"/>
              </a:rPr>
              <a:t> Topic :  VibeGuard: Low-Cost Embedded Vibration Monitoring System</a:t>
            </a:r>
            <a:endParaRPr lang="en-US" sz="1200" b="0" u="none" strike="noStrike">
              <a:solidFill>
                <a:srgbClr val="000000"/>
              </a:solidFill>
              <a:effectLst/>
              <a:uFillTx/>
              <a:latin typeface="Arial"/>
            </a:endParaRPr>
          </a:p>
        </p:txBody>
      </p:sp>
      <p:sp>
        <p:nvSpPr>
          <p:cNvPr id="180" name="PlaceHolder 3"/>
          <p:cNvSpPr>
            <a:spLocks noGrp="1"/>
          </p:cNvSpPr>
          <p:nvPr>
            <p:ph type="ftr" idx="75"/>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200" b="0" u="none" strike="noStrike">
                <a:solidFill>
                  <a:srgbClr val="888888"/>
                </a:solidFill>
                <a:effectLst/>
                <a:uFillTx/>
                <a:latin typeface="Calibri"/>
                <a:ea typeface="Calibri"/>
              </a:defRPr>
            </a:lvl1pPr>
          </a:lstStyle>
          <a:p>
            <a:pPr indent="0" algn="ctr">
              <a:lnSpc>
                <a:spcPct val="100000"/>
              </a:lnSpc>
              <a:buNone/>
              <a:tabLst>
                <a:tab pos="0" algn="l"/>
              </a:tabLst>
            </a:pPr>
            <a:r>
              <a:rPr lang="en-US" sz="1200" b="0" u="none" strike="noStrike">
                <a:solidFill>
                  <a:srgbClr val="888888"/>
                </a:solidFill>
                <a:effectLst/>
                <a:uFillTx/>
                <a:latin typeface="Calibri"/>
                <a:ea typeface="Calibri"/>
              </a:rPr>
              <a:t>DEPT OF CSE ( CY )</a:t>
            </a:r>
            <a:endParaRPr lang="en-US" sz="1200" b="0" u="none" strike="noStrike">
              <a:solidFill>
                <a:srgbClr val="000000"/>
              </a:solidFill>
              <a:effectLst/>
              <a:uFillTx/>
              <a:latin typeface="Times New Roman"/>
            </a:endParaRPr>
          </a:p>
        </p:txBody>
      </p:sp>
      <p:sp>
        <p:nvSpPr>
          <p:cNvPr id="181" name="PlaceHolder 4"/>
          <p:cNvSpPr>
            <a:spLocks noGrp="1"/>
          </p:cNvSpPr>
          <p:nvPr>
            <p:ph type="sldNum" idx="76"/>
          </p:nvPr>
        </p:nvSpPr>
        <p:spPr>
          <a:xfrm>
            <a:off x="8610480" y="6356520"/>
            <a:ext cx="2741760" cy="36360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095FB221-4E6F-4E80-B9E2-A1A0C0963C29}" type="slidenum">
              <a:rPr lang="en-US" sz="1200" b="0" u="none" strike="noStrike">
                <a:solidFill>
                  <a:srgbClr val="888888"/>
                </a:solidFill>
                <a:effectLst/>
                <a:uFillTx/>
                <a:latin typeface="Calibri"/>
                <a:ea typeface="Calibri"/>
              </a:rPr>
              <a:t>22</a:t>
            </a:fld>
            <a:endParaRPr lang="en-US" sz="1200" b="0" u="none" strike="noStrike">
              <a:solidFill>
                <a:srgbClr val="000000"/>
              </a:solidFill>
              <a:effectLst/>
              <a:uFillTx/>
              <a:latin typeface="Times New Roman"/>
            </a:endParaRPr>
          </a:p>
        </p:txBody>
      </p:sp>
      <p:sp>
        <p:nvSpPr>
          <p:cNvPr id="6" name="PlaceHolder 5"/>
          <p:cNvSpPr>
            <a:spLocks noGrp="1"/>
          </p:cNvSpPr>
          <p:nvPr>
            <p:ph type="dt" idx="1"/>
          </p:nvPr>
        </p:nvSpPr>
        <p:spPr/>
        <p:txBody>
          <a:bodyPr/>
          <a:lstStyle/>
          <a:p>
            <a:r>
              <a:rPr lang="en-US" dirty="0"/>
              <a:t>06/10/26</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746</TotalTime>
  <Words>1896</Words>
  <Application>Microsoft Office PowerPoint</Application>
  <PresentationFormat>Widescreen</PresentationFormat>
  <Paragraphs>225</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vt:lpstr>
      <vt:lpstr>PowerPoint Presentation</vt:lpstr>
      <vt:lpstr>PowerPoint Presentation</vt:lpstr>
      <vt:lpstr>PowerPoint Presentation</vt:lpstr>
      <vt:lpstr>PowerPoint Presentation</vt:lpstr>
      <vt:lpstr>PowerPoint Presentation</vt:lpstr>
      <vt:lpstr>Motivation</vt:lpstr>
      <vt:lpstr>Introduction</vt:lpstr>
      <vt:lpstr>Problem Statement</vt:lpstr>
      <vt:lpstr>Proposed Method</vt:lpstr>
      <vt:lpstr>Basic Block Diagram</vt:lpstr>
      <vt:lpstr>Detailed Block Diagram</vt:lpstr>
      <vt:lpstr>PowerPoint Presentation</vt:lpstr>
      <vt:lpstr>Circuit Diagram</vt:lpstr>
      <vt:lpstr>Circuit Diagram </vt:lpstr>
      <vt:lpstr>Result </vt:lpstr>
      <vt:lpstr>PowerPoint Presentation</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dc:description/>
  <cp:lastModifiedBy>Sreeni Srizz</cp:lastModifiedBy>
  <cp:revision>11</cp:revision>
  <dcterms:modified xsi:type="dcterms:W3CDTF">2026-10-14T08:30:15Z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21</vt:i4>
  </property>
  <property fmtid="{D5CDD505-2E9C-101B-9397-08002B2CF9AE}" pid="3" name="PresentationFormat">
    <vt:lpwstr>Widescreen</vt:lpwstr>
  </property>
  <property fmtid="{D5CDD505-2E9C-101B-9397-08002B2CF9AE}" pid="4" name="Slides">
    <vt:i4>21</vt:i4>
  </property>
</Properties>
</file>
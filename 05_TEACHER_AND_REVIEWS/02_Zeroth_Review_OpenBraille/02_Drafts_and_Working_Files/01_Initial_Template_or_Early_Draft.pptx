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04" r:id="rId3"/>
    <p:sldId id="282" r:id="rId4"/>
    <p:sldId id="305" r:id="rId5"/>
    <p:sldId id="283" r:id="rId6"/>
    <p:sldId id="284" r:id="rId7"/>
    <p:sldId id="285" r:id="rId8"/>
    <p:sldId id="286" r:id="rId9"/>
    <p:sldId id="287" r:id="rId10"/>
    <p:sldId id="288" r:id="rId11"/>
    <p:sldId id="289" r:id="rId12"/>
    <p:sldId id="295" r:id="rId13"/>
    <p:sldId id="296" r:id="rId14"/>
    <p:sldId id="303" r:id="rId15"/>
    <p:sldId id="279"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8" d="100"/>
          <a:sy n="58" d="100"/>
        </p:scale>
        <p:origin x="98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gna L T" userId="a483403c9294c616" providerId="LiveId" clId="{2FA8072D-6147-4FF1-8CF3-5F6E725193BD}"/>
    <pc:docChg chg="custSel addSld delSld modSld">
      <pc:chgData name="Sagna L T" userId="a483403c9294c616" providerId="LiveId" clId="{2FA8072D-6147-4FF1-8CF3-5F6E725193BD}" dt="2026-07-27T16:05:11.836" v="237" actId="113"/>
      <pc:docMkLst>
        <pc:docMk/>
      </pc:docMkLst>
      <pc:sldChg chg="modSp mod">
        <pc:chgData name="Sagna L T" userId="a483403c9294c616" providerId="LiveId" clId="{2FA8072D-6147-4FF1-8CF3-5F6E725193BD}" dt="2026-07-27T16:05:11.836" v="237" actId="113"/>
        <pc:sldMkLst>
          <pc:docMk/>
          <pc:sldMk cId="1241010064" sldId="257"/>
        </pc:sldMkLst>
        <pc:spChg chg="mod">
          <ac:chgData name="Sagna L T" userId="a483403c9294c616" providerId="LiveId" clId="{2FA8072D-6147-4FF1-8CF3-5F6E725193BD}" dt="2026-07-27T16:05:11.836" v="237" actId="113"/>
          <ac:spMkLst>
            <pc:docMk/>
            <pc:sldMk cId="1241010064" sldId="257"/>
            <ac:spMk id="7" creationId="{00000000-0000-0000-0000-000000000000}"/>
          </ac:spMkLst>
        </pc:spChg>
      </pc:sldChg>
      <pc:sldChg chg="del">
        <pc:chgData name="Sagna L T" userId="a483403c9294c616" providerId="LiveId" clId="{2FA8072D-6147-4FF1-8CF3-5F6E725193BD}" dt="2026-07-27T15:59:31.310" v="110" actId="47"/>
        <pc:sldMkLst>
          <pc:docMk/>
          <pc:sldMk cId="2547851414" sldId="277"/>
        </pc:sldMkLst>
      </pc:sldChg>
      <pc:sldChg chg="del">
        <pc:chgData name="Sagna L T" userId="a483403c9294c616" providerId="LiveId" clId="{2FA8072D-6147-4FF1-8CF3-5F6E725193BD}" dt="2026-07-27T15:59:38.058" v="111" actId="47"/>
        <pc:sldMkLst>
          <pc:docMk/>
          <pc:sldMk cId="2915079244" sldId="278"/>
        </pc:sldMkLst>
      </pc:sldChg>
      <pc:sldChg chg="del">
        <pc:chgData name="Sagna L T" userId="a483403c9294c616" providerId="LiveId" clId="{2FA8072D-6147-4FF1-8CF3-5F6E725193BD}" dt="2026-07-27T15:58:45.834" v="99" actId="47"/>
        <pc:sldMkLst>
          <pc:docMk/>
          <pc:sldMk cId="2045361087" sldId="280"/>
        </pc:sldMkLst>
      </pc:sldChg>
      <pc:sldChg chg="modSp mod">
        <pc:chgData name="Sagna L T" userId="a483403c9294c616" providerId="LiveId" clId="{2FA8072D-6147-4FF1-8CF3-5F6E725193BD}" dt="2026-07-27T16:04:00.549" v="199" actId="2710"/>
        <pc:sldMkLst>
          <pc:docMk/>
          <pc:sldMk cId="60512213" sldId="282"/>
        </pc:sldMkLst>
        <pc:spChg chg="mod">
          <ac:chgData name="Sagna L T" userId="a483403c9294c616" providerId="LiveId" clId="{2FA8072D-6147-4FF1-8CF3-5F6E725193BD}" dt="2026-07-27T16:04:00.549" v="199" actId="2710"/>
          <ac:spMkLst>
            <pc:docMk/>
            <pc:sldMk cId="60512213" sldId="282"/>
            <ac:spMk id="10" creationId="{00000000-0000-0000-0000-000000000000}"/>
          </ac:spMkLst>
        </pc:spChg>
      </pc:sldChg>
      <pc:sldChg chg="modSp mod">
        <pc:chgData name="Sagna L T" userId="a483403c9294c616" providerId="LiveId" clId="{2FA8072D-6147-4FF1-8CF3-5F6E725193BD}" dt="2026-07-27T16:03:26.798" v="195" actId="20577"/>
        <pc:sldMkLst>
          <pc:docMk/>
          <pc:sldMk cId="2602629959" sldId="283"/>
        </pc:sldMkLst>
        <pc:spChg chg="mod">
          <ac:chgData name="Sagna L T" userId="a483403c9294c616" providerId="LiveId" clId="{2FA8072D-6147-4FF1-8CF3-5F6E725193BD}" dt="2026-07-27T16:03:26.798" v="195" actId="20577"/>
          <ac:spMkLst>
            <pc:docMk/>
            <pc:sldMk cId="2602629959" sldId="283"/>
            <ac:spMk id="4" creationId="{00000000-0000-0000-0000-000000000000}"/>
          </ac:spMkLst>
        </pc:spChg>
      </pc:sldChg>
      <pc:sldChg chg="modSp mod">
        <pc:chgData name="Sagna L T" userId="a483403c9294c616" providerId="LiveId" clId="{2FA8072D-6147-4FF1-8CF3-5F6E725193BD}" dt="2026-07-27T16:02:49.473" v="182" actId="108"/>
        <pc:sldMkLst>
          <pc:docMk/>
          <pc:sldMk cId="490350623" sldId="286"/>
        </pc:sldMkLst>
        <pc:spChg chg="mod">
          <ac:chgData name="Sagna L T" userId="a483403c9294c616" providerId="LiveId" clId="{2FA8072D-6147-4FF1-8CF3-5F6E725193BD}" dt="2026-07-27T16:02:49.473" v="182" actId="108"/>
          <ac:spMkLst>
            <pc:docMk/>
            <pc:sldMk cId="490350623" sldId="286"/>
            <ac:spMk id="5" creationId="{00000000-0000-0000-0000-000000000000}"/>
          </ac:spMkLst>
        </pc:spChg>
      </pc:sldChg>
      <pc:sldChg chg="modSp mod">
        <pc:chgData name="Sagna L T" userId="a483403c9294c616" providerId="LiveId" clId="{2FA8072D-6147-4FF1-8CF3-5F6E725193BD}" dt="2026-07-27T16:00:16.157" v="143" actId="20577"/>
        <pc:sldMkLst>
          <pc:docMk/>
          <pc:sldMk cId="1330462120" sldId="287"/>
        </pc:sldMkLst>
        <pc:spChg chg="mod">
          <ac:chgData name="Sagna L T" userId="a483403c9294c616" providerId="LiveId" clId="{2FA8072D-6147-4FF1-8CF3-5F6E725193BD}" dt="2026-07-27T16:00:16.157" v="143" actId="20577"/>
          <ac:spMkLst>
            <pc:docMk/>
            <pc:sldMk cId="1330462120" sldId="287"/>
            <ac:spMk id="4" creationId="{00000000-0000-0000-0000-000000000000}"/>
          </ac:spMkLst>
        </pc:spChg>
      </pc:sldChg>
      <pc:sldChg chg="modSp mod">
        <pc:chgData name="Sagna L T" userId="a483403c9294c616" providerId="LiveId" clId="{2FA8072D-6147-4FF1-8CF3-5F6E725193BD}" dt="2026-07-27T16:01:05.502" v="144" actId="1076"/>
        <pc:sldMkLst>
          <pc:docMk/>
          <pc:sldMk cId="4281306745" sldId="289"/>
        </pc:sldMkLst>
        <pc:spChg chg="mod">
          <ac:chgData name="Sagna L T" userId="a483403c9294c616" providerId="LiveId" clId="{2FA8072D-6147-4FF1-8CF3-5F6E725193BD}" dt="2026-07-27T16:01:05.502" v="144" actId="1076"/>
          <ac:spMkLst>
            <pc:docMk/>
            <pc:sldMk cId="4281306745" sldId="289"/>
            <ac:spMk id="3" creationId="{00000000-0000-0000-0000-000000000000}"/>
          </ac:spMkLst>
        </pc:spChg>
      </pc:sldChg>
      <pc:sldChg chg="del">
        <pc:chgData name="Sagna L T" userId="a483403c9294c616" providerId="LiveId" clId="{2FA8072D-6147-4FF1-8CF3-5F6E725193BD}" dt="2026-07-27T15:59:03.696" v="103" actId="47"/>
        <pc:sldMkLst>
          <pc:docMk/>
          <pc:sldMk cId="1055470840" sldId="293"/>
        </pc:sldMkLst>
      </pc:sldChg>
      <pc:sldChg chg="del">
        <pc:chgData name="Sagna L T" userId="a483403c9294c616" providerId="LiveId" clId="{2FA8072D-6147-4FF1-8CF3-5F6E725193BD}" dt="2026-07-27T15:59:02.029" v="102" actId="47"/>
        <pc:sldMkLst>
          <pc:docMk/>
          <pc:sldMk cId="1006489674" sldId="294"/>
        </pc:sldMkLst>
      </pc:sldChg>
      <pc:sldChg chg="del">
        <pc:chgData name="Sagna L T" userId="a483403c9294c616" providerId="LiveId" clId="{2FA8072D-6147-4FF1-8CF3-5F6E725193BD}" dt="2026-07-27T15:58:54.800" v="100" actId="47"/>
        <pc:sldMkLst>
          <pc:docMk/>
          <pc:sldMk cId="1578186060" sldId="297"/>
        </pc:sldMkLst>
      </pc:sldChg>
      <pc:sldChg chg="del">
        <pc:chgData name="Sagna L T" userId="a483403c9294c616" providerId="LiveId" clId="{2FA8072D-6147-4FF1-8CF3-5F6E725193BD}" dt="2026-07-27T15:58:56.873" v="101" actId="47"/>
        <pc:sldMkLst>
          <pc:docMk/>
          <pc:sldMk cId="1680268203" sldId="302"/>
        </pc:sldMkLst>
      </pc:sldChg>
      <pc:sldChg chg="modSp mod">
        <pc:chgData name="Sagna L T" userId="a483403c9294c616" providerId="LiveId" clId="{2FA8072D-6147-4FF1-8CF3-5F6E725193BD}" dt="2026-07-27T16:01:52.447" v="167" actId="403"/>
        <pc:sldMkLst>
          <pc:docMk/>
          <pc:sldMk cId="2712603411" sldId="303"/>
        </pc:sldMkLst>
        <pc:spChg chg="mod">
          <ac:chgData name="Sagna L T" userId="a483403c9294c616" providerId="LiveId" clId="{2FA8072D-6147-4FF1-8CF3-5F6E725193BD}" dt="2026-07-27T16:01:52.447" v="167" actId="403"/>
          <ac:spMkLst>
            <pc:docMk/>
            <pc:sldMk cId="2712603411" sldId="303"/>
            <ac:spMk id="3" creationId="{00000000-0000-0000-0000-000000000000}"/>
          </ac:spMkLst>
        </pc:spChg>
      </pc:sldChg>
      <pc:sldChg chg="modSp mod">
        <pc:chgData name="Sagna L T" userId="a483403c9294c616" providerId="LiveId" clId="{2FA8072D-6147-4FF1-8CF3-5F6E725193BD}" dt="2026-07-27T15:58:12.345" v="92" actId="20577"/>
        <pc:sldMkLst>
          <pc:docMk/>
          <pc:sldMk cId="998908478" sldId="304"/>
        </pc:sldMkLst>
        <pc:spChg chg="mod">
          <ac:chgData name="Sagna L T" userId="a483403c9294c616" providerId="LiveId" clId="{2FA8072D-6147-4FF1-8CF3-5F6E725193BD}" dt="2026-07-27T15:57:14.244" v="23" actId="20577"/>
          <ac:spMkLst>
            <pc:docMk/>
            <pc:sldMk cId="998908478" sldId="304"/>
            <ac:spMk id="7" creationId="{00000000-0000-0000-0000-000000000000}"/>
          </ac:spMkLst>
        </pc:spChg>
        <pc:spChg chg="mod">
          <ac:chgData name="Sagna L T" userId="a483403c9294c616" providerId="LiveId" clId="{2FA8072D-6147-4FF1-8CF3-5F6E725193BD}" dt="2026-07-27T15:57:21.338" v="24" actId="2711"/>
          <ac:spMkLst>
            <pc:docMk/>
            <pc:sldMk cId="998908478" sldId="304"/>
            <ac:spMk id="8" creationId="{00000000-0000-0000-0000-000000000000}"/>
          </ac:spMkLst>
        </pc:spChg>
        <pc:spChg chg="mod">
          <ac:chgData name="Sagna L T" userId="a483403c9294c616" providerId="LiveId" clId="{2FA8072D-6147-4FF1-8CF3-5F6E725193BD}" dt="2026-07-27T15:58:12.345" v="92" actId="20577"/>
          <ac:spMkLst>
            <pc:docMk/>
            <pc:sldMk cId="998908478" sldId="304"/>
            <ac:spMk id="9" creationId="{00000000-0000-0000-0000-000000000000}"/>
          </ac:spMkLst>
        </pc:spChg>
      </pc:sldChg>
      <pc:sldChg chg="addSp modSp new mod">
        <pc:chgData name="Sagna L T" userId="a483403c9294c616" providerId="LiveId" clId="{2FA8072D-6147-4FF1-8CF3-5F6E725193BD}" dt="2026-07-27T16:04:43.309" v="235" actId="1076"/>
        <pc:sldMkLst>
          <pc:docMk/>
          <pc:sldMk cId="2836553598" sldId="305"/>
        </pc:sldMkLst>
        <pc:spChg chg="mod">
          <ac:chgData name="Sagna L T" userId="a483403c9294c616" providerId="LiveId" clId="{2FA8072D-6147-4FF1-8CF3-5F6E725193BD}" dt="2026-07-27T15:58:28.252" v="94" actId="113"/>
          <ac:spMkLst>
            <pc:docMk/>
            <pc:sldMk cId="2836553598" sldId="305"/>
            <ac:spMk id="2" creationId="{945869F6-06A2-2C9C-FE5E-4FD031430E3D}"/>
          </ac:spMkLst>
        </pc:spChg>
        <pc:spChg chg="mod">
          <ac:chgData name="Sagna L T" userId="a483403c9294c616" providerId="LiveId" clId="{2FA8072D-6147-4FF1-8CF3-5F6E725193BD}" dt="2026-07-27T16:04:43.309" v="235" actId="1076"/>
          <ac:spMkLst>
            <pc:docMk/>
            <pc:sldMk cId="2836553598" sldId="305"/>
            <ac:spMk id="3" creationId="{1BCCBBEA-1434-6DE1-CA55-FFE665791840}"/>
          </ac:spMkLst>
        </pc:spChg>
        <pc:picChg chg="add mod">
          <ac:chgData name="Sagna L T" userId="a483403c9294c616" providerId="LiveId" clId="{2FA8072D-6147-4FF1-8CF3-5F6E725193BD}" dt="2026-07-27T15:58:31.439" v="96" actId="1076"/>
          <ac:picMkLst>
            <pc:docMk/>
            <pc:sldMk cId="2836553598" sldId="305"/>
            <ac:picMk id="4" creationId="{828CC5CA-38F7-B56F-B512-4FD8B75F85C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F3D910-6FC6-443F-BE9B-87599B114612}"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4F3D910-6FC6-443F-BE9B-87599B114612}"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4F3D910-6FC6-443F-BE9B-87599B114612}" type="datetimeFigureOut">
              <a:rPr lang="en-IN" smtClean="0"/>
              <a:t>27-07-2026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4F3D910-6FC6-443F-BE9B-87599B114612}" type="datetimeFigureOut">
              <a:rPr lang="en-IN" smtClean="0"/>
              <a:t>27-07-2026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F3D910-6FC6-443F-BE9B-87599B114612}" type="datetimeFigureOut">
              <a:rPr lang="en-IN" smtClean="0"/>
              <a:t>27-07-2026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FigureOut">
              <a:rPr lang="en-IN" smtClean="0"/>
              <a:t>27-07-2026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F3D910-6FC6-443F-BE9B-87599B114612}" type="datetimeFigureOut">
              <a:rPr lang="en-IN" smtClean="0"/>
              <a:t>27-07-2026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844889" y="2239060"/>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2048268" y="2134888"/>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just">
              <a:buSzPts val="1800"/>
              <a:buFont typeface="Arial" panose="020B0604020202020204" pitchFamily="34" charset="0"/>
              <a:buNone/>
              <a:defRPr/>
            </a:pPr>
            <a:r>
              <a:rPr lang="en-US" b="1" dirty="0">
                <a:solidFill>
                  <a:srgbClr val="0070C0"/>
                </a:solidFill>
                <a:latin typeface="Times New Roman"/>
                <a:ea typeface="Times New Roman"/>
                <a:cs typeface="Times New Roman"/>
              </a:rPr>
              <a:t>Title:- </a:t>
            </a:r>
            <a:endParaRPr lang="en-US" dirty="0">
              <a:solidFill>
                <a:srgbClr val="0070C0"/>
              </a:solidFill>
            </a:endParaRPr>
          </a:p>
        </p:txBody>
      </p:sp>
      <p:sp>
        <p:nvSpPr>
          <p:cNvPr id="8" name="Google Shape;187;p1"/>
          <p:cNvSpPr txBox="1">
            <a:spLocks/>
          </p:cNvSpPr>
          <p:nvPr/>
        </p:nvSpPr>
        <p:spPr bwMode="auto">
          <a:xfrm>
            <a:off x="501513" y="3902550"/>
            <a:ext cx="4948707" cy="2038199"/>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Group No:</a:t>
            </a: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Members:</a:t>
            </a:r>
          </a:p>
        </p:txBody>
      </p:sp>
      <p:sp>
        <p:nvSpPr>
          <p:cNvPr id="9" name="Google Shape;186;p1"/>
          <p:cNvSpPr txBox="1">
            <a:spLocks/>
          </p:cNvSpPr>
          <p:nvPr/>
        </p:nvSpPr>
        <p:spPr bwMode="auto">
          <a:xfrm>
            <a:off x="8331238" y="5134941"/>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p:txBody>
          <a:bodyPr/>
          <a:lstStyle/>
          <a:p>
            <a:endParaRPr lang="en-IN"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65319" y="1990845"/>
            <a:ext cx="8229240" cy="819154"/>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32268" y="2070319"/>
            <a:ext cx="8229240" cy="628135"/>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2066260" y="1772148"/>
            <a:ext cx="8229240" cy="628135"/>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81693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81693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850</Words>
  <Application>Microsoft Office PowerPoint</Application>
  <PresentationFormat>Widescreen</PresentationFormat>
  <Paragraphs>65</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 Neue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Sagna L T</cp:lastModifiedBy>
  <cp:revision>8</cp:revision>
  <dcterms:created xsi:type="dcterms:W3CDTF">2025-10-04T04:58:01Z</dcterms:created>
  <dcterms:modified xsi:type="dcterms:W3CDTF">2026-07-27T16:05:14Z</dcterms:modified>
</cp:coreProperties>
</file>
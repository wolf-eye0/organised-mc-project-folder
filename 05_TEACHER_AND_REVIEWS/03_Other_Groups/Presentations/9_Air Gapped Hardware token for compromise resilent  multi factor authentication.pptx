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tto Binoy" userId="1ecfbdd3ab8d1715" providerId="LiveId" clId="{61584428-F38B-43BF-A81F-DB7DEB05CB67}"/>
    <pc:docChg chg="modSld">
      <pc:chgData name="Britto Binoy" userId="1ecfbdd3ab8d1715" providerId="LiveId" clId="{61584428-F38B-43BF-A81F-DB7DEB05CB67}" dt="2026-07-29T16:14:31.821" v="10" actId="20577"/>
      <pc:docMkLst>
        <pc:docMk/>
      </pc:docMkLst>
      <pc:sldChg chg="modSp mod">
        <pc:chgData name="Britto Binoy" userId="1ecfbdd3ab8d1715" providerId="LiveId" clId="{61584428-F38B-43BF-A81F-DB7DEB05CB67}" dt="2026-07-29T16:14:31.821" v="10" actId="20577"/>
        <pc:sldMkLst>
          <pc:docMk/>
          <pc:sldMk cId="998908478" sldId="304"/>
        </pc:sldMkLst>
        <pc:spChg chg="mod">
          <ac:chgData name="Britto Binoy" userId="1ecfbdd3ab8d1715" providerId="LiveId" clId="{61584428-F38B-43BF-A81F-DB7DEB05CB67}" dt="2026-07-29T16:14:31.821" v="10" actId="20577"/>
          <ac:spMkLst>
            <pc:docMk/>
            <pc:sldMk cId="998908478" sldId="304"/>
            <ac:spMk id="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ABF157-D20A-747A-AEED-8D8B28EE0D4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44CF4C20-FFA3-7BA4-E4B7-D911480DC4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8304A3-4C2C-487B-A84B-9FD31A8FC2E9}" type="datetimeFigureOut">
              <a:rPr lang="en-IN" smtClean="0"/>
              <a:t>29-07-2026</a:t>
            </a:fld>
            <a:endParaRPr lang="en-IN"/>
          </a:p>
        </p:txBody>
      </p:sp>
      <p:sp>
        <p:nvSpPr>
          <p:cNvPr id="4" name="Footer Placeholder 3">
            <a:extLst>
              <a:ext uri="{FF2B5EF4-FFF2-40B4-BE49-F238E27FC236}">
                <a16:creationId xmlns:a16="http://schemas.microsoft.com/office/drawing/2014/main" id="{59BA7417-248A-05D0-FE66-951301D578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F5ACD8F-CA2E-4003-E61E-ACBB35B720A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FE2C12-C166-4B56-B9D2-3CDD030227CF}" type="slidenum">
              <a:rPr lang="en-IN" smtClean="0"/>
              <a:t>‹#›</a:t>
            </a:fld>
            <a:endParaRPr lang="en-IN"/>
          </a:p>
        </p:txBody>
      </p:sp>
    </p:spTree>
    <p:extLst>
      <p:ext uri="{BB962C8B-B14F-4D97-AF65-F5344CB8AC3E}">
        <p14:creationId xmlns:p14="http://schemas.microsoft.com/office/powerpoint/2010/main" val="3893604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14DB09-537E-4B8D-8D5D-BBF43F8A1282}"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D3D32C-241C-4E99-A948-52DC0B8CFF3C}" type="slidenum">
              <a:rPr lang="en-IN" smtClean="0"/>
              <a:t>‹#›</a:t>
            </a:fld>
            <a:endParaRPr lang="en-IN"/>
          </a:p>
        </p:txBody>
      </p:sp>
    </p:spTree>
    <p:extLst>
      <p:ext uri="{BB962C8B-B14F-4D97-AF65-F5344CB8AC3E}">
        <p14:creationId xmlns:p14="http://schemas.microsoft.com/office/powerpoint/2010/main" val="584324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solidFill>
                  <a:schemeClr val="tx1"/>
                </a:solidFill>
              </a:defRPr>
            </a:lvl1pPr>
          </a:lstStyle>
          <a:p>
            <a:fld id="{8B88051B-8109-4CFD-9866-1DB64CF51414}" type="datetime1">
              <a:rPr lang="en-IN" smtClean="0"/>
              <a:pPr/>
              <a:t>29-07-2026</a:t>
            </a:fld>
            <a:endParaRPr lang="en-IN"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IN"/>
              <a:t>Dept of CSE(CY)</a:t>
            </a:r>
            <a:endParaRPr lang="en-IN"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C33CCD4-7228-4506-A3A6-5A9074B2CE31}" type="slidenum">
              <a:rPr lang="en-IN" smtClean="0"/>
              <a:pPr/>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FB8EAB2-ACBC-4367-875C-8EB870A970E0}" type="datetime1">
              <a:rPr lang="en-IN" smtClean="0"/>
              <a:t>29-07-2026</a:t>
            </a:fld>
            <a:endParaRPr lang="en-IN"/>
          </a:p>
        </p:txBody>
      </p:sp>
      <p:sp>
        <p:nvSpPr>
          <p:cNvPr id="5" name="Footer Placeholder 4"/>
          <p:cNvSpPr>
            <a:spLocks noGrp="1"/>
          </p:cNvSpPr>
          <p:nvPr>
            <p:ph type="ftr" sz="quarter" idx="11"/>
          </p:nvPr>
        </p:nvSpPr>
        <p:spPr/>
        <p:txBody>
          <a:bodyPr/>
          <a:lstStyle>
            <a:lvl1pPr>
              <a:defRPr>
                <a:solidFill>
                  <a:schemeClr val="tx1"/>
                </a:solidFill>
              </a:defRPr>
            </a:lvl1p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485C43B0-E7B4-455D-A3EC-4A41695CF28A}" type="datetime1">
              <a:rPr lang="en-IN" smtClean="0"/>
              <a:pPr/>
              <a:t>29-07-2026</a:t>
            </a:fld>
            <a:endParaRPr lang="en-IN"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IN"/>
              <a:t>Dept of CSE(CY)</a:t>
            </a:r>
            <a:endParaRPr lang="en-IN"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C33CCD4-7228-4506-A3A6-5A9074B2CE31}" type="slidenum">
              <a:rPr lang="en-IN" smtClean="0"/>
              <a:pPr/>
              <a:t>‹#›</a:t>
            </a:fld>
            <a:endParaRPr lang="en-IN" dirty="0"/>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2186715-1207-400A-A416-4AF2F262E9B1}"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75D2043-8FFB-4FFA-8CE1-1B8A78982A56}" type="datetime1">
              <a:rPr lang="en-IN" smtClean="0"/>
              <a:t>29-07-2026</a:t>
            </a:fld>
            <a:endParaRPr lang="en-IN"/>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5DDFC63-2649-4ECB-812A-71DD94F1D3B8}" type="datetime1">
              <a:rPr lang="en-IN" smtClean="0"/>
              <a:t>29-07-2026</a:t>
            </a:fld>
            <a:endParaRPr lang="en-IN"/>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E43595-2B41-4A4F-A19A-D920186F4DF8}" type="datetime1">
              <a:rPr lang="en-IN" smtClean="0"/>
              <a:t>29-07-2026</a:t>
            </a:fld>
            <a:endParaRPr lang="en-IN"/>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3A390B-02A4-40FD-89FC-49E38A01A62D}"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BB6EFA-B049-4527-97C3-1D0E120D3A66}" type="datetime1">
              <a:rPr lang="en-IN" smtClean="0"/>
              <a:t>29-07-2026</a:t>
            </a:fld>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A87759A-B5FC-4EBF-B27A-FBD58CCD1C70}"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ED7F4AB-73A2-40B3-9C17-32C0EC91F19E}" type="datetime1">
              <a:rPr lang="en-IN" smtClean="0"/>
              <a:t>29-07-2026</a:t>
            </a:fld>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B3955EA3-1DD4-4905-AEE2-F7CDAD93EA47}" type="datetime1">
              <a:rPr lang="en-IN" smtClean="0"/>
              <a:pPr/>
              <a:t>29-07-2026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IN"/>
              <a:t>Dept of CSE(CY)</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7C33CCD4-7228-4506-A3A6-5A9074B2CE31}" type="slidenum">
              <a:rPr lang="en-IN" smtClean="0"/>
              <a:pPr/>
              <a:t>‹#›</a:t>
            </a:fld>
            <a:endParaRPr lang="en-IN" dirty="0"/>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8655" y="136525"/>
            <a:ext cx="10579260" cy="1747701"/>
          </a:xfrm>
          <a:prstGeom prst="rect">
            <a:avLst/>
          </a:prstGeom>
        </p:spPr>
      </p:pic>
      <p:sp>
        <p:nvSpPr>
          <p:cNvPr id="7" name="Google Shape;185;p1"/>
          <p:cNvSpPr txBox="1">
            <a:spLocks/>
          </p:cNvSpPr>
          <p:nvPr/>
        </p:nvSpPr>
        <p:spPr bwMode="auto">
          <a:xfrm>
            <a:off x="803988" y="1500234"/>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ctr">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2" name="Date Placeholder 1">
            <a:extLst>
              <a:ext uri="{FF2B5EF4-FFF2-40B4-BE49-F238E27FC236}">
                <a16:creationId xmlns:a16="http://schemas.microsoft.com/office/drawing/2014/main" id="{0E2EBAF3-8F27-F478-FD82-60ED2BE84DEA}"/>
              </a:ext>
            </a:extLst>
          </p:cNvPr>
          <p:cNvSpPr>
            <a:spLocks noGrp="1"/>
          </p:cNvSpPr>
          <p:nvPr>
            <p:ph type="dt" sz="half" idx="10"/>
          </p:nvPr>
        </p:nvSpPr>
        <p:spPr/>
        <p:txBody>
          <a:bodyPr/>
          <a:lstStyle/>
          <a:p>
            <a:fld id="{C53A64A4-6749-4C84-B814-D5214591DEBE}" type="datetime1">
              <a:rPr lang="en-IN" smtClean="0"/>
              <a:t>29-07-2026</a:t>
            </a:fld>
            <a:endParaRPr lang="en-IN" dirty="0"/>
          </a:p>
        </p:txBody>
      </p:sp>
      <p:sp>
        <p:nvSpPr>
          <p:cNvPr id="3" name="Slide Number Placeholder 2">
            <a:extLst>
              <a:ext uri="{FF2B5EF4-FFF2-40B4-BE49-F238E27FC236}">
                <a16:creationId xmlns:a16="http://schemas.microsoft.com/office/drawing/2014/main" id="{F1C1D0CB-DE8D-C1BB-EA96-A4898E6B67BF}"/>
              </a:ext>
            </a:extLst>
          </p:cNvPr>
          <p:cNvSpPr>
            <a:spLocks noGrp="1"/>
          </p:cNvSpPr>
          <p:nvPr>
            <p:ph type="sldNum" sz="quarter" idx="12"/>
          </p:nvPr>
        </p:nvSpPr>
        <p:spPr/>
        <p:txBody>
          <a:bodyPr/>
          <a:lstStyle/>
          <a:p>
            <a:fld id="{7C33CCD4-7228-4506-A3A6-5A9074B2CE31}" type="slidenum">
              <a:rPr lang="en-IN" smtClean="0"/>
              <a:t>1</a:t>
            </a:fld>
            <a:endParaRPr lang="en-IN"/>
          </a:p>
        </p:txBody>
      </p:sp>
      <p:sp>
        <p:nvSpPr>
          <p:cNvPr id="4" name="Footer Placeholder 3">
            <a:extLst>
              <a:ext uri="{FF2B5EF4-FFF2-40B4-BE49-F238E27FC236}">
                <a16:creationId xmlns:a16="http://schemas.microsoft.com/office/drawing/2014/main" id="{C1166016-DF9E-2825-1D55-1A75AD18831F}"/>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761431" y="1737410"/>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ctr">
              <a:buSzPts val="1800"/>
              <a:buNone/>
              <a:defRPr/>
            </a:pPr>
            <a:r>
              <a:rPr lang="en-US" sz="3200" b="1" dirty="0">
                <a:solidFill>
                  <a:srgbClr val="0070C0"/>
                </a:solidFill>
                <a:latin typeface="Times New Roman"/>
                <a:ea typeface="Times New Roman"/>
                <a:cs typeface="Times New Roman"/>
              </a:rPr>
              <a:t>Title:- </a:t>
            </a:r>
            <a:r>
              <a:rPr lang="en-US" sz="3200" dirty="0">
                <a:latin typeface="Times New Roman" panose="02020603050405020304" pitchFamily="18" charset="0"/>
                <a:cs typeface="Times New Roman" panose="02020603050405020304" pitchFamily="18" charset="0"/>
              </a:rPr>
              <a:t>Air Gapped Hardware Token for Compromise Resilient  Multi Factor Authentication</a:t>
            </a:r>
            <a:endParaRPr lang="en-US" sz="3200" dirty="0">
              <a:solidFill>
                <a:srgbClr val="0070C0"/>
              </a:solidFill>
              <a:latin typeface="Times New Roman" panose="02020603050405020304" pitchFamily="18" charset="0"/>
              <a:cs typeface="Times New Roman" panose="02020603050405020304" pitchFamily="18" charset="0"/>
            </a:endParaRPr>
          </a:p>
        </p:txBody>
      </p:sp>
      <p:sp>
        <p:nvSpPr>
          <p:cNvPr id="8" name="Google Shape;187;p1"/>
          <p:cNvSpPr txBox="1">
            <a:spLocks/>
          </p:cNvSpPr>
          <p:nvPr/>
        </p:nvSpPr>
        <p:spPr bwMode="auto">
          <a:xfrm>
            <a:off x="555831" y="3770449"/>
            <a:ext cx="5471745" cy="3763536"/>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sz="2400" dirty="0">
                <a:solidFill>
                  <a:srgbClr val="00B050"/>
                </a:solidFill>
                <a:latin typeface="Times New Roman" panose="02020603050405020304" pitchFamily="18" charset="0"/>
                <a:cs typeface="Times New Roman" panose="02020603050405020304" pitchFamily="18" charset="0"/>
              </a:rPr>
              <a:t>Group No: </a:t>
            </a:r>
            <a:r>
              <a:rPr lang="en-IN" sz="2400" dirty="0">
                <a:solidFill>
                  <a:srgbClr val="00B050"/>
                </a:solidFill>
                <a:latin typeface="Times New Roman" panose="02020603050405020304" pitchFamily="18" charset="0"/>
                <a:cs typeface="Times New Roman" panose="02020603050405020304" pitchFamily="18" charset="0"/>
              </a:rPr>
              <a:t>9</a:t>
            </a:r>
            <a:endParaRPr lang="en-US" sz="2400" dirty="0">
              <a:solidFill>
                <a:srgbClr val="00B05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r>
              <a:rPr lang="en-US" sz="2400" dirty="0">
                <a:solidFill>
                  <a:srgbClr val="C00000"/>
                </a:solidFill>
                <a:latin typeface="Times New Roman" panose="02020603050405020304" pitchFamily="18" charset="0"/>
                <a:cs typeface="Times New Roman" panose="02020603050405020304" pitchFamily="18" charset="0"/>
              </a:rPr>
              <a:t>Members:</a:t>
            </a:r>
            <a:r>
              <a:rPr lang="en-US" sz="2000" dirty="0">
                <a:solidFill>
                  <a:srgbClr val="C00000"/>
                </a:solidFill>
                <a:latin typeface="Times New Roman" panose="02020603050405020304" pitchFamily="18" charset="0"/>
                <a:cs typeface="Times New Roman" panose="02020603050405020304" pitchFamily="18" charset="0"/>
              </a:rPr>
              <a:t> </a:t>
            </a:r>
            <a:r>
              <a:rPr lang="en-IN" sz="2000" dirty="0">
                <a:solidFill>
                  <a:srgbClr val="C00000"/>
                </a:solidFill>
                <a:latin typeface="Times New Roman" panose="02020603050405020304" pitchFamily="18" charset="0"/>
                <a:cs typeface="Times New Roman" panose="02020603050405020304" pitchFamily="18" charset="0"/>
              </a:rPr>
              <a:t>Britto Binoy – JEC24CC026</a:t>
            </a:r>
          </a:p>
          <a:p>
            <a:pPr marL="114300" indent="0">
              <a:buSzPts val="1800"/>
              <a:buFont typeface="Arial" panose="020B0604020202020204" pitchFamily="34" charset="0"/>
              <a:buNone/>
              <a:defRPr/>
            </a:pPr>
            <a:r>
              <a:rPr lang="en-IN" sz="2000" dirty="0">
                <a:solidFill>
                  <a:srgbClr val="C00000"/>
                </a:solidFill>
                <a:latin typeface="Times New Roman" panose="02020603050405020304" pitchFamily="18" charset="0"/>
                <a:cs typeface="Times New Roman" panose="02020603050405020304" pitchFamily="18" charset="0"/>
              </a:rPr>
              <a:t>                    </a:t>
            </a:r>
            <a:r>
              <a:rPr lang="en-IN" sz="2000" dirty="0" err="1">
                <a:solidFill>
                  <a:srgbClr val="C00000"/>
                </a:solidFill>
                <a:latin typeface="Times New Roman" panose="02020603050405020304" pitchFamily="18" charset="0"/>
                <a:cs typeface="Times New Roman" panose="02020603050405020304" pitchFamily="18" charset="0"/>
              </a:rPr>
              <a:t>Hridhya</a:t>
            </a:r>
            <a:r>
              <a:rPr lang="en-IN" sz="2000" dirty="0">
                <a:solidFill>
                  <a:srgbClr val="C00000"/>
                </a:solidFill>
                <a:latin typeface="Times New Roman" panose="02020603050405020304" pitchFamily="18" charset="0"/>
                <a:cs typeface="Times New Roman" panose="02020603050405020304" pitchFamily="18" charset="0"/>
              </a:rPr>
              <a:t> K  - JEC24CC036</a:t>
            </a:r>
          </a:p>
          <a:p>
            <a:pPr marL="114300" indent="0">
              <a:buSzPts val="1800"/>
              <a:buFont typeface="Arial" panose="020B0604020202020204" pitchFamily="34" charset="0"/>
              <a:buNone/>
              <a:defRPr/>
            </a:pPr>
            <a:r>
              <a:rPr lang="en-IN" sz="2000" dirty="0">
                <a:solidFill>
                  <a:srgbClr val="C00000"/>
                </a:solidFill>
                <a:latin typeface="Times New Roman" panose="02020603050405020304" pitchFamily="18" charset="0"/>
                <a:cs typeface="Times New Roman" panose="02020603050405020304" pitchFamily="18" charset="0"/>
              </a:rPr>
              <a:t>                    Karthika C – JEC24CC041 </a:t>
            </a:r>
          </a:p>
          <a:p>
            <a:pPr marL="114300" indent="0">
              <a:buSzPts val="1800"/>
              <a:buFont typeface="Arial" panose="020B0604020202020204" pitchFamily="34" charset="0"/>
              <a:buNone/>
              <a:defRPr/>
            </a:pPr>
            <a:r>
              <a:rPr lang="en-IN" sz="2000" dirty="0">
                <a:solidFill>
                  <a:srgbClr val="C00000"/>
                </a:solidFill>
                <a:latin typeface="Times New Roman" panose="02020603050405020304" pitchFamily="18" charset="0"/>
                <a:cs typeface="Times New Roman" panose="02020603050405020304" pitchFamily="18" charset="0"/>
              </a:rPr>
              <a:t>                    Nidhin T Sunny –JEC24CC046</a:t>
            </a:r>
          </a:p>
          <a:p>
            <a:pPr marL="114300" indent="0">
              <a:buSzPts val="1800"/>
              <a:buFont typeface="Arial" panose="020B0604020202020204" pitchFamily="34" charset="0"/>
              <a:buNone/>
              <a:defRPr/>
            </a:pPr>
            <a:r>
              <a:rPr lang="en-IN" sz="2000" dirty="0">
                <a:solidFill>
                  <a:srgbClr val="C00000"/>
                </a:solidFill>
                <a:latin typeface="Times New Roman" panose="02020603050405020304" pitchFamily="18" charset="0"/>
                <a:cs typeface="Times New Roman" panose="02020603050405020304" pitchFamily="18" charset="0"/>
              </a:rPr>
              <a:t>                    </a:t>
            </a:r>
            <a:r>
              <a:rPr lang="en-IN" sz="2000" dirty="0" err="1">
                <a:solidFill>
                  <a:srgbClr val="C00000"/>
                </a:solidFill>
                <a:latin typeface="Times New Roman" panose="02020603050405020304" pitchFamily="18" charset="0"/>
                <a:cs typeface="Times New Roman" panose="02020603050405020304" pitchFamily="18" charset="0"/>
              </a:rPr>
              <a:t>Amaljith</a:t>
            </a:r>
            <a:r>
              <a:rPr lang="en-IN" sz="2000" dirty="0">
                <a:solidFill>
                  <a:srgbClr val="C00000"/>
                </a:solidFill>
                <a:latin typeface="Times New Roman" panose="02020603050405020304" pitchFamily="18" charset="0"/>
                <a:cs typeface="Times New Roman" panose="02020603050405020304" pitchFamily="18" charset="0"/>
              </a:rPr>
              <a:t> N Raphel  - LJEC24CC065</a:t>
            </a:r>
          </a:p>
          <a:p>
            <a:pPr marL="114300" indent="0">
              <a:buSzPts val="1800"/>
              <a:buFont typeface="Arial" panose="020B0604020202020204" pitchFamily="34" charset="0"/>
              <a:buNone/>
              <a:defRPr/>
            </a:pPr>
            <a:endParaRPr lang="en-US" sz="2000" dirty="0">
              <a:solidFill>
                <a:srgbClr val="C0000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r>
              <a:rPr lang="en-US" sz="2000" dirty="0">
                <a:solidFill>
                  <a:srgbClr val="C00000"/>
                </a:solidFill>
                <a:latin typeface="Times New Roman" panose="02020603050405020304" pitchFamily="18" charset="0"/>
                <a:cs typeface="Times New Roman" panose="02020603050405020304" pitchFamily="18" charset="0"/>
              </a:rPr>
              <a:t>                   </a:t>
            </a:r>
            <a:r>
              <a:rPr lang="en-IN" sz="2000" dirty="0">
                <a:solidFill>
                  <a:srgbClr val="C00000"/>
                </a:solidFill>
                <a:latin typeface="Times New Roman" panose="02020603050405020304" pitchFamily="18" charset="0"/>
                <a:cs typeface="Times New Roman" panose="02020603050405020304" pitchFamily="18" charset="0"/>
              </a:rPr>
              <a:t>  </a:t>
            </a:r>
            <a:endParaRPr lang="en-US" sz="2000" dirty="0">
              <a:solidFill>
                <a:srgbClr val="C00000"/>
              </a:solidFill>
              <a:latin typeface="Times New Roman" panose="02020603050405020304" pitchFamily="18" charset="0"/>
              <a:cs typeface="Times New Roman" panose="02020603050405020304" pitchFamily="18" charset="0"/>
            </a:endParaRPr>
          </a:p>
          <a:p>
            <a:pPr marL="114300" indent="0">
              <a:buSzPts val="1800"/>
              <a:buFont typeface="Arial" panose="020B0604020202020204" pitchFamily="34" charset="0"/>
              <a:buNone/>
              <a:defRPr/>
            </a:pP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Google Shape;186;p1"/>
          <p:cNvSpPr txBox="1">
            <a:spLocks/>
          </p:cNvSpPr>
          <p:nvPr/>
        </p:nvSpPr>
        <p:spPr bwMode="auto">
          <a:xfrm>
            <a:off x="8305573" y="4328617"/>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2" name="Date Placeholder 1">
            <a:extLst>
              <a:ext uri="{FF2B5EF4-FFF2-40B4-BE49-F238E27FC236}">
                <a16:creationId xmlns:a16="http://schemas.microsoft.com/office/drawing/2014/main" id="{9B9A1960-CD27-9825-79CE-28EE6F7BC0B8}"/>
              </a:ext>
            </a:extLst>
          </p:cNvPr>
          <p:cNvSpPr>
            <a:spLocks noGrp="1"/>
          </p:cNvSpPr>
          <p:nvPr>
            <p:ph type="dt" sz="half" idx="10"/>
          </p:nvPr>
        </p:nvSpPr>
        <p:spPr/>
        <p:txBody>
          <a:bodyPr/>
          <a:lstStyle/>
          <a:p>
            <a:fld id="{8F189A83-38D8-4F34-9EFA-CA541B93B971}" type="datetime1">
              <a:rPr lang="en-IN" smtClean="0"/>
              <a:t>29-07-2026</a:t>
            </a:fld>
            <a:endParaRPr lang="en-IN" dirty="0"/>
          </a:p>
        </p:txBody>
      </p:sp>
      <p:sp>
        <p:nvSpPr>
          <p:cNvPr id="3" name="Slide Number Placeholder 2">
            <a:extLst>
              <a:ext uri="{FF2B5EF4-FFF2-40B4-BE49-F238E27FC236}">
                <a16:creationId xmlns:a16="http://schemas.microsoft.com/office/drawing/2014/main" id="{2C5FCEED-38AB-98A4-CCCB-05A590D4AB57}"/>
              </a:ext>
            </a:extLst>
          </p:cNvPr>
          <p:cNvSpPr>
            <a:spLocks noGrp="1"/>
          </p:cNvSpPr>
          <p:nvPr>
            <p:ph type="sldNum" sz="quarter" idx="12"/>
          </p:nvPr>
        </p:nvSpPr>
        <p:spPr/>
        <p:txBody>
          <a:bodyPr/>
          <a:lstStyle/>
          <a:p>
            <a:fld id="{7C33CCD4-7228-4506-A3A6-5A9074B2CE31}" type="slidenum">
              <a:rPr lang="en-IN" smtClean="0"/>
              <a:t>2</a:t>
            </a:fld>
            <a:endParaRPr lang="en-IN"/>
          </a:p>
        </p:txBody>
      </p:sp>
      <p:sp>
        <p:nvSpPr>
          <p:cNvPr id="4" name="Footer Placeholder 3">
            <a:extLst>
              <a:ext uri="{FF2B5EF4-FFF2-40B4-BE49-F238E27FC236}">
                <a16:creationId xmlns:a16="http://schemas.microsoft.com/office/drawing/2014/main" id="{8D0C167F-C16D-F9ED-4DA5-BEC1969F8DD7}"/>
              </a:ext>
            </a:extLst>
          </p:cNvPr>
          <p:cNvSpPr>
            <a:spLocks noGrp="1"/>
          </p:cNvSpPr>
          <p:nvPr>
            <p:ph type="ftr" sz="quarter" idx="11"/>
          </p:nvPr>
        </p:nvSpPr>
        <p:spPr/>
        <p:txBody>
          <a:bodyPr/>
          <a:lstStyle/>
          <a:p>
            <a:r>
              <a:rPr lang="en-IN" dirty="0"/>
              <a:t>Dept of CSE(CY)</a:t>
            </a: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014352D1-C51E-0183-03C2-66B969997006}"/>
              </a:ext>
            </a:extLst>
          </p:cNvPr>
          <p:cNvSpPr>
            <a:spLocks noGrp="1"/>
          </p:cNvSpPr>
          <p:nvPr>
            <p:ph type="dt" sz="half" idx="10"/>
          </p:nvPr>
        </p:nvSpPr>
        <p:spPr/>
        <p:txBody>
          <a:bodyPr/>
          <a:lstStyle/>
          <a:p>
            <a:fld id="{8AEB9834-7514-4F13-8C00-FFA28140D1F1}" type="datetime1">
              <a:rPr lang="en-IN" smtClean="0"/>
              <a:t>29-07-2026</a:t>
            </a:fld>
            <a:endParaRPr lang="en-IN"/>
          </a:p>
        </p:txBody>
      </p:sp>
      <p:sp>
        <p:nvSpPr>
          <p:cNvPr id="3" name="Slide Number Placeholder 2">
            <a:extLst>
              <a:ext uri="{FF2B5EF4-FFF2-40B4-BE49-F238E27FC236}">
                <a16:creationId xmlns:a16="http://schemas.microsoft.com/office/drawing/2014/main" id="{97D2D9AD-9E05-B70C-9984-C2BFE9877F5E}"/>
              </a:ext>
            </a:extLst>
          </p:cNvPr>
          <p:cNvSpPr>
            <a:spLocks noGrp="1"/>
          </p:cNvSpPr>
          <p:nvPr>
            <p:ph type="sldNum" sz="quarter" idx="12"/>
          </p:nvPr>
        </p:nvSpPr>
        <p:spPr/>
        <p:txBody>
          <a:bodyPr/>
          <a:lstStyle/>
          <a:p>
            <a:fld id="{7C33CCD4-7228-4506-A3A6-5A9074B2CE31}" type="slidenum">
              <a:rPr lang="en-IN" smtClean="0"/>
              <a:t>3</a:t>
            </a:fld>
            <a:endParaRPr lang="en-IN"/>
          </a:p>
        </p:txBody>
      </p:sp>
      <p:sp>
        <p:nvSpPr>
          <p:cNvPr id="4" name="Footer Placeholder 3">
            <a:extLst>
              <a:ext uri="{FF2B5EF4-FFF2-40B4-BE49-F238E27FC236}">
                <a16:creationId xmlns:a16="http://schemas.microsoft.com/office/drawing/2014/main" id="{5539F4E4-F411-4EF5-C87E-BE627648CE65}"/>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
        <p:nvSpPr>
          <p:cNvPr id="5" name="Date Placeholder 4">
            <a:extLst>
              <a:ext uri="{FF2B5EF4-FFF2-40B4-BE49-F238E27FC236}">
                <a16:creationId xmlns:a16="http://schemas.microsoft.com/office/drawing/2014/main" id="{81BAF08C-E73C-4647-6D89-8E9A4FE455CD}"/>
              </a:ext>
            </a:extLst>
          </p:cNvPr>
          <p:cNvSpPr>
            <a:spLocks noGrp="1"/>
          </p:cNvSpPr>
          <p:nvPr>
            <p:ph type="dt" sz="half" idx="10"/>
          </p:nvPr>
        </p:nvSpPr>
        <p:spPr/>
        <p:txBody>
          <a:bodyPr/>
          <a:lstStyle/>
          <a:p>
            <a:fld id="{604ADC15-C350-4F91-850F-F9C43EBA0B20}" type="datetime1">
              <a:rPr lang="en-IN" smtClean="0"/>
              <a:t>29-07-2026</a:t>
            </a:fld>
            <a:endParaRPr lang="en-IN"/>
          </a:p>
        </p:txBody>
      </p:sp>
      <p:sp>
        <p:nvSpPr>
          <p:cNvPr id="6" name="Slide Number Placeholder 5">
            <a:extLst>
              <a:ext uri="{FF2B5EF4-FFF2-40B4-BE49-F238E27FC236}">
                <a16:creationId xmlns:a16="http://schemas.microsoft.com/office/drawing/2014/main" id="{EBEC57B2-3584-24C6-26CE-8F40235C97EC}"/>
              </a:ext>
            </a:extLst>
          </p:cNvPr>
          <p:cNvSpPr>
            <a:spLocks noGrp="1"/>
          </p:cNvSpPr>
          <p:nvPr>
            <p:ph type="sldNum" sz="quarter" idx="12"/>
          </p:nvPr>
        </p:nvSpPr>
        <p:spPr/>
        <p:txBody>
          <a:bodyPr/>
          <a:lstStyle/>
          <a:p>
            <a:fld id="{7C33CCD4-7228-4506-A3A6-5A9074B2CE31}" type="slidenum">
              <a:rPr lang="en-IN" smtClean="0"/>
              <a:t>4</a:t>
            </a:fld>
            <a:endParaRPr lang="en-IN"/>
          </a:p>
        </p:txBody>
      </p:sp>
      <p:sp>
        <p:nvSpPr>
          <p:cNvPr id="7" name="Footer Placeholder 6">
            <a:extLst>
              <a:ext uri="{FF2B5EF4-FFF2-40B4-BE49-F238E27FC236}">
                <a16:creationId xmlns:a16="http://schemas.microsoft.com/office/drawing/2014/main" id="{A5046F8F-8C52-C771-C24D-9F7C6D276276}"/>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0075F899-D399-22C1-86B7-9BBFFF112D15}"/>
              </a:ext>
            </a:extLst>
          </p:cNvPr>
          <p:cNvSpPr>
            <a:spLocks noGrp="1"/>
          </p:cNvSpPr>
          <p:nvPr>
            <p:ph type="dt" sz="half" idx="10"/>
          </p:nvPr>
        </p:nvSpPr>
        <p:spPr/>
        <p:txBody>
          <a:bodyPr/>
          <a:lstStyle/>
          <a:p>
            <a:fld id="{FE7BE148-E847-4645-842C-039DF7786493}" type="datetime1">
              <a:rPr lang="en-IN" smtClean="0"/>
              <a:t>29-07-2026</a:t>
            </a:fld>
            <a:endParaRPr lang="en-IN"/>
          </a:p>
        </p:txBody>
      </p:sp>
      <p:sp>
        <p:nvSpPr>
          <p:cNvPr id="3" name="Slide Number Placeholder 2">
            <a:extLst>
              <a:ext uri="{FF2B5EF4-FFF2-40B4-BE49-F238E27FC236}">
                <a16:creationId xmlns:a16="http://schemas.microsoft.com/office/drawing/2014/main" id="{C9325A7E-77B7-36CE-903B-A81BF410B1BC}"/>
              </a:ext>
            </a:extLst>
          </p:cNvPr>
          <p:cNvSpPr>
            <a:spLocks noGrp="1"/>
          </p:cNvSpPr>
          <p:nvPr>
            <p:ph type="sldNum" sz="quarter" idx="12"/>
          </p:nvPr>
        </p:nvSpPr>
        <p:spPr/>
        <p:txBody>
          <a:bodyPr/>
          <a:lstStyle/>
          <a:p>
            <a:fld id="{7C33CCD4-7228-4506-A3A6-5A9074B2CE31}" type="slidenum">
              <a:rPr lang="en-IN" smtClean="0"/>
              <a:t>5</a:t>
            </a:fld>
            <a:endParaRPr lang="en-IN"/>
          </a:p>
        </p:txBody>
      </p:sp>
      <p:sp>
        <p:nvSpPr>
          <p:cNvPr id="5" name="Footer Placeholder 4">
            <a:extLst>
              <a:ext uri="{FF2B5EF4-FFF2-40B4-BE49-F238E27FC236}">
                <a16:creationId xmlns:a16="http://schemas.microsoft.com/office/drawing/2014/main" id="{D91B06D7-4F0D-362A-C2C6-7BFF1A3E1260}"/>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2" name="Date Placeholder 1">
            <a:extLst>
              <a:ext uri="{FF2B5EF4-FFF2-40B4-BE49-F238E27FC236}">
                <a16:creationId xmlns:a16="http://schemas.microsoft.com/office/drawing/2014/main" id="{F2588D55-E7D9-7DF5-C938-0424DB8B6409}"/>
              </a:ext>
            </a:extLst>
          </p:cNvPr>
          <p:cNvSpPr>
            <a:spLocks noGrp="1"/>
          </p:cNvSpPr>
          <p:nvPr>
            <p:ph type="dt" sz="half" idx="10"/>
          </p:nvPr>
        </p:nvSpPr>
        <p:spPr/>
        <p:txBody>
          <a:bodyPr/>
          <a:lstStyle/>
          <a:p>
            <a:fld id="{C76ED887-BB30-4965-9CB8-BD1448D83EDB}" type="datetime1">
              <a:rPr lang="en-IN" smtClean="0"/>
              <a:t>29-07-2026</a:t>
            </a:fld>
            <a:endParaRPr lang="en-IN"/>
          </a:p>
        </p:txBody>
      </p:sp>
      <p:sp>
        <p:nvSpPr>
          <p:cNvPr id="3" name="Slide Number Placeholder 2">
            <a:extLst>
              <a:ext uri="{FF2B5EF4-FFF2-40B4-BE49-F238E27FC236}">
                <a16:creationId xmlns:a16="http://schemas.microsoft.com/office/drawing/2014/main" id="{01736ACB-A497-60CC-52C6-98E0F5F6ACFD}"/>
              </a:ext>
            </a:extLst>
          </p:cNvPr>
          <p:cNvSpPr>
            <a:spLocks noGrp="1"/>
          </p:cNvSpPr>
          <p:nvPr>
            <p:ph type="sldNum" sz="quarter" idx="12"/>
          </p:nvPr>
        </p:nvSpPr>
        <p:spPr/>
        <p:txBody>
          <a:bodyPr/>
          <a:lstStyle/>
          <a:p>
            <a:fld id="{7C33CCD4-7228-4506-A3A6-5A9074B2CE31}" type="slidenum">
              <a:rPr lang="en-IN" smtClean="0"/>
              <a:t>6</a:t>
            </a:fld>
            <a:endParaRPr lang="en-IN"/>
          </a:p>
        </p:txBody>
      </p:sp>
      <p:sp>
        <p:nvSpPr>
          <p:cNvPr id="4" name="Footer Placeholder 3">
            <a:extLst>
              <a:ext uri="{FF2B5EF4-FFF2-40B4-BE49-F238E27FC236}">
                <a16:creationId xmlns:a16="http://schemas.microsoft.com/office/drawing/2014/main" id="{15E16262-D7C4-88A4-E0B3-60084BDCC7F9}"/>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2" name="Date Placeholder 1">
            <a:extLst>
              <a:ext uri="{FF2B5EF4-FFF2-40B4-BE49-F238E27FC236}">
                <a16:creationId xmlns:a16="http://schemas.microsoft.com/office/drawing/2014/main" id="{1814C1C9-EA85-8D30-1844-2EF224A6ED4F}"/>
              </a:ext>
            </a:extLst>
          </p:cNvPr>
          <p:cNvSpPr>
            <a:spLocks noGrp="1"/>
          </p:cNvSpPr>
          <p:nvPr>
            <p:ph type="dt" sz="half" idx="10"/>
          </p:nvPr>
        </p:nvSpPr>
        <p:spPr/>
        <p:txBody>
          <a:bodyPr/>
          <a:lstStyle/>
          <a:p>
            <a:fld id="{B95B4F3E-A12E-4DE2-897C-5C1220DF66A1}" type="datetime1">
              <a:rPr lang="en-IN" smtClean="0"/>
              <a:t>29-07-2026</a:t>
            </a:fld>
            <a:endParaRPr lang="en-IN"/>
          </a:p>
        </p:txBody>
      </p:sp>
      <p:sp>
        <p:nvSpPr>
          <p:cNvPr id="3" name="Slide Number Placeholder 2">
            <a:extLst>
              <a:ext uri="{FF2B5EF4-FFF2-40B4-BE49-F238E27FC236}">
                <a16:creationId xmlns:a16="http://schemas.microsoft.com/office/drawing/2014/main" id="{F8748DC6-FC42-4A0A-7A11-86181B3D8502}"/>
              </a:ext>
            </a:extLst>
          </p:cNvPr>
          <p:cNvSpPr>
            <a:spLocks noGrp="1"/>
          </p:cNvSpPr>
          <p:nvPr>
            <p:ph type="sldNum" sz="quarter" idx="12"/>
          </p:nvPr>
        </p:nvSpPr>
        <p:spPr/>
        <p:txBody>
          <a:bodyPr/>
          <a:lstStyle/>
          <a:p>
            <a:fld id="{7C33CCD4-7228-4506-A3A6-5A9074B2CE31}" type="slidenum">
              <a:rPr lang="en-IN" smtClean="0"/>
              <a:t>7</a:t>
            </a:fld>
            <a:endParaRPr lang="en-IN"/>
          </a:p>
        </p:txBody>
      </p:sp>
      <p:sp>
        <p:nvSpPr>
          <p:cNvPr id="5" name="Footer Placeholder 4">
            <a:extLst>
              <a:ext uri="{FF2B5EF4-FFF2-40B4-BE49-F238E27FC236}">
                <a16:creationId xmlns:a16="http://schemas.microsoft.com/office/drawing/2014/main" id="{C28FCE6C-225A-8CF4-439E-C30C6903C1AD}"/>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2" name="Date Placeholder 1">
            <a:extLst>
              <a:ext uri="{FF2B5EF4-FFF2-40B4-BE49-F238E27FC236}">
                <a16:creationId xmlns:a16="http://schemas.microsoft.com/office/drawing/2014/main" id="{664EED23-F8BB-7CE0-54E0-BA5EA82A5FD3}"/>
              </a:ext>
            </a:extLst>
          </p:cNvPr>
          <p:cNvSpPr>
            <a:spLocks noGrp="1"/>
          </p:cNvSpPr>
          <p:nvPr>
            <p:ph type="dt" sz="half" idx="10"/>
          </p:nvPr>
        </p:nvSpPr>
        <p:spPr/>
        <p:txBody>
          <a:bodyPr/>
          <a:lstStyle/>
          <a:p>
            <a:fld id="{679F1827-67B4-4EF8-9D53-7547F1449020}" type="datetime1">
              <a:rPr lang="en-IN" smtClean="0"/>
              <a:t>29-07-2026</a:t>
            </a:fld>
            <a:endParaRPr lang="en-IN"/>
          </a:p>
        </p:txBody>
      </p:sp>
      <p:sp>
        <p:nvSpPr>
          <p:cNvPr id="3" name="Slide Number Placeholder 2">
            <a:extLst>
              <a:ext uri="{FF2B5EF4-FFF2-40B4-BE49-F238E27FC236}">
                <a16:creationId xmlns:a16="http://schemas.microsoft.com/office/drawing/2014/main" id="{89328415-B125-574C-0B4C-E486AC6ED845}"/>
              </a:ext>
            </a:extLst>
          </p:cNvPr>
          <p:cNvSpPr>
            <a:spLocks noGrp="1"/>
          </p:cNvSpPr>
          <p:nvPr>
            <p:ph type="sldNum" sz="quarter" idx="12"/>
          </p:nvPr>
        </p:nvSpPr>
        <p:spPr/>
        <p:txBody>
          <a:bodyPr/>
          <a:lstStyle/>
          <a:p>
            <a:fld id="{7C33CCD4-7228-4506-A3A6-5A9074B2CE31}" type="slidenum">
              <a:rPr lang="en-IN" smtClean="0"/>
              <a:t>8</a:t>
            </a:fld>
            <a:endParaRPr lang="en-IN"/>
          </a:p>
        </p:txBody>
      </p:sp>
      <p:sp>
        <p:nvSpPr>
          <p:cNvPr id="4" name="Footer Placeholder 3">
            <a:extLst>
              <a:ext uri="{FF2B5EF4-FFF2-40B4-BE49-F238E27FC236}">
                <a16:creationId xmlns:a16="http://schemas.microsoft.com/office/drawing/2014/main" id="{E2A863D0-E5E5-9B8E-D83C-463D6F69A608}"/>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2" name="Date Placeholder 1">
            <a:extLst>
              <a:ext uri="{FF2B5EF4-FFF2-40B4-BE49-F238E27FC236}">
                <a16:creationId xmlns:a16="http://schemas.microsoft.com/office/drawing/2014/main" id="{C7131FA2-1D47-9B1D-8085-27EDC1B17A04}"/>
              </a:ext>
            </a:extLst>
          </p:cNvPr>
          <p:cNvSpPr>
            <a:spLocks noGrp="1"/>
          </p:cNvSpPr>
          <p:nvPr>
            <p:ph type="dt" sz="half" idx="10"/>
          </p:nvPr>
        </p:nvSpPr>
        <p:spPr/>
        <p:txBody>
          <a:bodyPr/>
          <a:lstStyle/>
          <a:p>
            <a:fld id="{39ED2CA4-4C41-483B-B4F7-D4AAACE3BAD2}" type="datetime1">
              <a:rPr lang="en-IN" smtClean="0"/>
              <a:t>29-07-2026</a:t>
            </a:fld>
            <a:endParaRPr lang="en-IN"/>
          </a:p>
        </p:txBody>
      </p:sp>
      <p:sp>
        <p:nvSpPr>
          <p:cNvPr id="3" name="Slide Number Placeholder 2">
            <a:extLst>
              <a:ext uri="{FF2B5EF4-FFF2-40B4-BE49-F238E27FC236}">
                <a16:creationId xmlns:a16="http://schemas.microsoft.com/office/drawing/2014/main" id="{26D5BD0A-C210-21B7-14A5-EFB6ACC65FCA}"/>
              </a:ext>
            </a:extLst>
          </p:cNvPr>
          <p:cNvSpPr>
            <a:spLocks noGrp="1"/>
          </p:cNvSpPr>
          <p:nvPr>
            <p:ph type="sldNum" sz="quarter" idx="12"/>
          </p:nvPr>
        </p:nvSpPr>
        <p:spPr/>
        <p:txBody>
          <a:bodyPr/>
          <a:lstStyle/>
          <a:p>
            <a:fld id="{7C33CCD4-7228-4506-A3A6-5A9074B2CE31}" type="slidenum">
              <a:rPr lang="en-IN" smtClean="0"/>
              <a:t>9</a:t>
            </a:fld>
            <a:endParaRPr lang="en-IN"/>
          </a:p>
        </p:txBody>
      </p:sp>
      <p:sp>
        <p:nvSpPr>
          <p:cNvPr id="5" name="Footer Placeholder 4">
            <a:extLst>
              <a:ext uri="{FF2B5EF4-FFF2-40B4-BE49-F238E27FC236}">
                <a16:creationId xmlns:a16="http://schemas.microsoft.com/office/drawing/2014/main" id="{0E016DC2-5A64-D09A-0DA6-D8B746AC1238}"/>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2" name="TextBox 1">
            <a:extLst>
              <a:ext uri="{FF2B5EF4-FFF2-40B4-BE49-F238E27FC236}">
                <a16:creationId xmlns:a16="http://schemas.microsoft.com/office/drawing/2014/main" id="{26AB0932-4ED7-11AE-DF61-891361F80C19}"/>
              </a:ext>
            </a:extLst>
          </p:cNvPr>
          <p:cNvSpPr txBox="1"/>
          <p:nvPr/>
        </p:nvSpPr>
        <p:spPr>
          <a:xfrm>
            <a:off x="1240971" y="2892490"/>
            <a:ext cx="1022954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Protects against password theft and phishing attacks.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secure offline authentication.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Suitable for high-security environments.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the risk of remote cyberattacks.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Protect critical systems from cyber threats.</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9C60AF6-B0C8-016C-EF35-4BC38A9D1A37}"/>
              </a:ext>
            </a:extLst>
          </p:cNvPr>
          <p:cNvSpPr>
            <a:spLocks noGrp="1"/>
          </p:cNvSpPr>
          <p:nvPr>
            <p:ph type="dt" sz="half" idx="10"/>
          </p:nvPr>
        </p:nvSpPr>
        <p:spPr/>
        <p:txBody>
          <a:bodyPr/>
          <a:lstStyle/>
          <a:p>
            <a:fld id="{05830C34-E608-4E36-9CE5-4A8935438401}" type="datetime1">
              <a:rPr lang="en-IN" smtClean="0"/>
              <a:t>29-07-2026</a:t>
            </a:fld>
            <a:endParaRPr lang="en-IN" dirty="0"/>
          </a:p>
        </p:txBody>
      </p:sp>
      <p:sp>
        <p:nvSpPr>
          <p:cNvPr id="5" name="Slide Number Placeholder 4">
            <a:extLst>
              <a:ext uri="{FF2B5EF4-FFF2-40B4-BE49-F238E27FC236}">
                <a16:creationId xmlns:a16="http://schemas.microsoft.com/office/drawing/2014/main" id="{0D66A481-E7E1-90A3-40A2-480000B6AA56}"/>
              </a:ext>
            </a:extLst>
          </p:cNvPr>
          <p:cNvSpPr>
            <a:spLocks noGrp="1"/>
          </p:cNvSpPr>
          <p:nvPr>
            <p:ph type="sldNum" sz="quarter" idx="12"/>
          </p:nvPr>
        </p:nvSpPr>
        <p:spPr/>
        <p:txBody>
          <a:bodyPr/>
          <a:lstStyle/>
          <a:p>
            <a:fld id="{7C33CCD4-7228-4506-A3A6-5A9074B2CE31}" type="slidenum">
              <a:rPr lang="en-IN" smtClean="0"/>
              <a:t>10</a:t>
            </a:fld>
            <a:endParaRPr lang="en-IN"/>
          </a:p>
        </p:txBody>
      </p:sp>
      <p:sp>
        <p:nvSpPr>
          <p:cNvPr id="7" name="Footer Placeholder 6">
            <a:extLst>
              <a:ext uri="{FF2B5EF4-FFF2-40B4-BE49-F238E27FC236}">
                <a16:creationId xmlns:a16="http://schemas.microsoft.com/office/drawing/2014/main" id="{2F79D6FD-6623-B276-5E8C-658E4668ABAB}"/>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4" name="TextBox 3">
            <a:extLst>
              <a:ext uri="{FF2B5EF4-FFF2-40B4-BE49-F238E27FC236}">
                <a16:creationId xmlns:a16="http://schemas.microsoft.com/office/drawing/2014/main" id="{4BFF43C1-0A2E-07D0-EA9E-DB40E7B2E8B8}"/>
              </a:ext>
            </a:extLst>
          </p:cNvPr>
          <p:cNvSpPr txBox="1"/>
          <p:nvPr/>
        </p:nvSpPr>
        <p:spPr>
          <a:xfrm>
            <a:off x="1240971" y="2892490"/>
            <a:ext cx="1022954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 hardware token for Multi-Factor Authentication (MFA)</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Works completely offline without internet.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Generates secure one-time authentication codes.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the security of user login.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 dedicated hardware token.</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4462C72D-910A-E334-39F1-AF4D422A3CF8}"/>
              </a:ext>
            </a:extLst>
          </p:cNvPr>
          <p:cNvSpPr>
            <a:spLocks noGrp="1"/>
          </p:cNvSpPr>
          <p:nvPr>
            <p:ph type="dt" sz="half" idx="10"/>
          </p:nvPr>
        </p:nvSpPr>
        <p:spPr/>
        <p:txBody>
          <a:bodyPr/>
          <a:lstStyle/>
          <a:p>
            <a:fld id="{2FE10158-54C0-4391-8F44-725C1D45D461}" type="datetime1">
              <a:rPr lang="en-IN" smtClean="0"/>
              <a:t>29-07-2026</a:t>
            </a:fld>
            <a:endParaRPr lang="en-IN"/>
          </a:p>
        </p:txBody>
      </p:sp>
      <p:sp>
        <p:nvSpPr>
          <p:cNvPr id="7" name="Slide Number Placeholder 6">
            <a:extLst>
              <a:ext uri="{FF2B5EF4-FFF2-40B4-BE49-F238E27FC236}">
                <a16:creationId xmlns:a16="http://schemas.microsoft.com/office/drawing/2014/main" id="{28DF8A5D-72DE-2CB2-5A0C-239E584BAE63}"/>
              </a:ext>
            </a:extLst>
          </p:cNvPr>
          <p:cNvSpPr>
            <a:spLocks noGrp="1"/>
          </p:cNvSpPr>
          <p:nvPr>
            <p:ph type="sldNum" sz="quarter" idx="12"/>
          </p:nvPr>
        </p:nvSpPr>
        <p:spPr/>
        <p:txBody>
          <a:bodyPr/>
          <a:lstStyle/>
          <a:p>
            <a:fld id="{7C33CCD4-7228-4506-A3A6-5A9074B2CE31}" type="slidenum">
              <a:rPr lang="en-IN" smtClean="0"/>
              <a:t>11</a:t>
            </a:fld>
            <a:endParaRPr lang="en-IN"/>
          </a:p>
        </p:txBody>
      </p:sp>
      <p:sp>
        <p:nvSpPr>
          <p:cNvPr id="8" name="Footer Placeholder 7">
            <a:extLst>
              <a:ext uri="{FF2B5EF4-FFF2-40B4-BE49-F238E27FC236}">
                <a16:creationId xmlns:a16="http://schemas.microsoft.com/office/drawing/2014/main" id="{EEEBF6C7-D6CE-01C6-1052-43E93E6D2793}"/>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3" name="TextBox 2">
            <a:extLst>
              <a:ext uri="{FF2B5EF4-FFF2-40B4-BE49-F238E27FC236}">
                <a16:creationId xmlns:a16="http://schemas.microsoft.com/office/drawing/2014/main" id="{2466D648-2583-6A9B-481F-0F1FB179978E}"/>
              </a:ext>
            </a:extLst>
          </p:cNvPr>
          <p:cNvSpPr txBox="1"/>
          <p:nvPr/>
        </p:nvSpPr>
        <p:spPr>
          <a:xfrm>
            <a:off x="1240971" y="2892490"/>
            <a:ext cx="1022954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Passwords alone are not secure.</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Online OTPs can be intercepted or stolen.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Air-gapped systems need offline authentication.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secure and portable solution is required.</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Remote attacks threaten user accounts.</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08B7177-43A8-81D3-52A0-0C4DC7BD5193}"/>
              </a:ext>
            </a:extLst>
          </p:cNvPr>
          <p:cNvSpPr>
            <a:spLocks noGrp="1"/>
          </p:cNvSpPr>
          <p:nvPr>
            <p:ph type="dt" sz="half" idx="10"/>
          </p:nvPr>
        </p:nvSpPr>
        <p:spPr/>
        <p:txBody>
          <a:bodyPr/>
          <a:lstStyle/>
          <a:p>
            <a:fld id="{0180895A-FA3F-4E54-87BD-86F66BE6D558}" type="datetime1">
              <a:rPr lang="en-IN" smtClean="0"/>
              <a:t>29-07-2026</a:t>
            </a:fld>
            <a:endParaRPr lang="en-IN"/>
          </a:p>
        </p:txBody>
      </p:sp>
      <p:sp>
        <p:nvSpPr>
          <p:cNvPr id="7" name="Slide Number Placeholder 6">
            <a:extLst>
              <a:ext uri="{FF2B5EF4-FFF2-40B4-BE49-F238E27FC236}">
                <a16:creationId xmlns:a16="http://schemas.microsoft.com/office/drawing/2014/main" id="{C4E9B4DC-6D4A-C7AC-3168-B32E34379214}"/>
              </a:ext>
            </a:extLst>
          </p:cNvPr>
          <p:cNvSpPr>
            <a:spLocks noGrp="1"/>
          </p:cNvSpPr>
          <p:nvPr>
            <p:ph type="sldNum" sz="quarter" idx="12"/>
          </p:nvPr>
        </p:nvSpPr>
        <p:spPr/>
        <p:txBody>
          <a:bodyPr/>
          <a:lstStyle/>
          <a:p>
            <a:fld id="{7C33CCD4-7228-4506-A3A6-5A9074B2CE31}" type="slidenum">
              <a:rPr lang="en-IN" smtClean="0"/>
              <a:t>12</a:t>
            </a:fld>
            <a:endParaRPr lang="en-IN"/>
          </a:p>
        </p:txBody>
      </p:sp>
      <p:sp>
        <p:nvSpPr>
          <p:cNvPr id="8" name="Footer Placeholder 7">
            <a:extLst>
              <a:ext uri="{FF2B5EF4-FFF2-40B4-BE49-F238E27FC236}">
                <a16:creationId xmlns:a16="http://schemas.microsoft.com/office/drawing/2014/main" id="{644E5AA5-4CAF-7494-BDC5-BC543B240A9D}"/>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4" name="TextBox 3">
            <a:extLst>
              <a:ext uri="{FF2B5EF4-FFF2-40B4-BE49-F238E27FC236}">
                <a16:creationId xmlns:a16="http://schemas.microsoft.com/office/drawing/2014/main" id="{B11D6B67-51B8-9CDD-8CD0-3009E30610BC}"/>
              </a:ext>
            </a:extLst>
          </p:cNvPr>
          <p:cNvSpPr txBox="1"/>
          <p:nvPr/>
        </p:nvSpPr>
        <p:spPr>
          <a:xfrm>
            <a:off x="1240971" y="2892490"/>
            <a:ext cx="1022954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an offline hardware authentication token.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Store secure cryptographic keys in the device.</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 OTPs without network connectivity.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Verify users using password and token.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 secure access to systems.</a:t>
            </a:r>
            <a:endParaRPr lang="en-IN"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18E87D1-BCBF-B8F7-E1B6-25602C5C9C44}"/>
              </a:ext>
            </a:extLst>
          </p:cNvPr>
          <p:cNvSpPr>
            <a:spLocks noGrp="1"/>
          </p:cNvSpPr>
          <p:nvPr>
            <p:ph type="dt" sz="half" idx="10"/>
          </p:nvPr>
        </p:nvSpPr>
        <p:spPr/>
        <p:txBody>
          <a:bodyPr/>
          <a:lstStyle/>
          <a:p>
            <a:fld id="{9B9CCB92-B05F-4A59-B10D-733EBFE87C38}" type="datetime1">
              <a:rPr lang="en-IN" smtClean="0"/>
              <a:t>29-07-2026</a:t>
            </a:fld>
            <a:endParaRPr lang="en-IN"/>
          </a:p>
        </p:txBody>
      </p:sp>
      <p:sp>
        <p:nvSpPr>
          <p:cNvPr id="7" name="Slide Number Placeholder 6">
            <a:extLst>
              <a:ext uri="{FF2B5EF4-FFF2-40B4-BE49-F238E27FC236}">
                <a16:creationId xmlns:a16="http://schemas.microsoft.com/office/drawing/2014/main" id="{78005585-36AE-EE1F-4A7A-852B77B30AA6}"/>
              </a:ext>
            </a:extLst>
          </p:cNvPr>
          <p:cNvSpPr>
            <a:spLocks noGrp="1"/>
          </p:cNvSpPr>
          <p:nvPr>
            <p:ph type="sldNum" sz="quarter" idx="12"/>
          </p:nvPr>
        </p:nvSpPr>
        <p:spPr/>
        <p:txBody>
          <a:bodyPr/>
          <a:lstStyle/>
          <a:p>
            <a:fld id="{7C33CCD4-7228-4506-A3A6-5A9074B2CE31}" type="slidenum">
              <a:rPr lang="en-IN" smtClean="0"/>
              <a:t>13</a:t>
            </a:fld>
            <a:endParaRPr lang="en-IN"/>
          </a:p>
        </p:txBody>
      </p:sp>
      <p:sp>
        <p:nvSpPr>
          <p:cNvPr id="8" name="Footer Placeholder 7">
            <a:extLst>
              <a:ext uri="{FF2B5EF4-FFF2-40B4-BE49-F238E27FC236}">
                <a16:creationId xmlns:a16="http://schemas.microsoft.com/office/drawing/2014/main" id="{AC25E359-0207-195F-C535-5058608F68E0}"/>
              </a:ext>
            </a:extLst>
          </p:cNvPr>
          <p:cNvSpPr>
            <a:spLocks noGrp="1"/>
          </p:cNvSpPr>
          <p:nvPr>
            <p:ph type="ftr" sz="quarter" idx="11"/>
          </p:nvPr>
        </p:nvSpPr>
        <p:spPr/>
        <p:txBody>
          <a:bodyPr/>
          <a:lstStyle/>
          <a:p>
            <a:r>
              <a:rPr lang="en-IN" dirty="0"/>
              <a:t>Dept of CSE(CY)</a:t>
            </a: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sp>
        <p:nvSpPr>
          <p:cNvPr id="5" name="Date Placeholder 4">
            <a:extLst>
              <a:ext uri="{FF2B5EF4-FFF2-40B4-BE49-F238E27FC236}">
                <a16:creationId xmlns:a16="http://schemas.microsoft.com/office/drawing/2014/main" id="{4A7E903A-3119-80D9-36CA-C7D729347B69}"/>
              </a:ext>
            </a:extLst>
          </p:cNvPr>
          <p:cNvSpPr>
            <a:spLocks noGrp="1"/>
          </p:cNvSpPr>
          <p:nvPr>
            <p:ph type="dt" sz="half" idx="10"/>
          </p:nvPr>
        </p:nvSpPr>
        <p:spPr/>
        <p:txBody>
          <a:bodyPr/>
          <a:lstStyle/>
          <a:p>
            <a:fld id="{DA1FC073-A23D-47C2-AA05-8FC3F4C89776}" type="datetime1">
              <a:rPr lang="en-IN" smtClean="0"/>
              <a:t>29-07-2026</a:t>
            </a:fld>
            <a:endParaRPr lang="en-IN"/>
          </a:p>
        </p:txBody>
      </p:sp>
      <p:sp>
        <p:nvSpPr>
          <p:cNvPr id="7" name="Slide Number Placeholder 6">
            <a:extLst>
              <a:ext uri="{FF2B5EF4-FFF2-40B4-BE49-F238E27FC236}">
                <a16:creationId xmlns:a16="http://schemas.microsoft.com/office/drawing/2014/main" id="{DE567D5C-4D17-871A-6809-B1EDEC031290}"/>
              </a:ext>
            </a:extLst>
          </p:cNvPr>
          <p:cNvSpPr>
            <a:spLocks noGrp="1"/>
          </p:cNvSpPr>
          <p:nvPr>
            <p:ph type="sldNum" sz="quarter" idx="12"/>
          </p:nvPr>
        </p:nvSpPr>
        <p:spPr/>
        <p:txBody>
          <a:bodyPr/>
          <a:lstStyle/>
          <a:p>
            <a:fld id="{7C33CCD4-7228-4506-A3A6-5A9074B2CE31}" type="slidenum">
              <a:rPr lang="en-IN" smtClean="0"/>
              <a:t>14</a:t>
            </a:fld>
            <a:endParaRPr lang="en-IN"/>
          </a:p>
        </p:txBody>
      </p:sp>
      <p:sp>
        <p:nvSpPr>
          <p:cNvPr id="8" name="Footer Placeholder 7">
            <a:extLst>
              <a:ext uri="{FF2B5EF4-FFF2-40B4-BE49-F238E27FC236}">
                <a16:creationId xmlns:a16="http://schemas.microsoft.com/office/drawing/2014/main" id="{D9408C30-1D4C-3A93-F3A7-FD48D200DAB3}"/>
              </a:ext>
            </a:extLst>
          </p:cNvPr>
          <p:cNvSpPr>
            <a:spLocks noGrp="1"/>
          </p:cNvSpPr>
          <p:nvPr>
            <p:ph type="ftr" sz="quarter" idx="11"/>
          </p:nvPr>
        </p:nvSpPr>
        <p:spPr/>
        <p:txBody>
          <a:bodyPr/>
          <a:lstStyle/>
          <a:p>
            <a:r>
              <a:rPr lang="en-IN"/>
              <a:t>Dept of CSE(CY)</a:t>
            </a:r>
          </a:p>
        </p:txBody>
      </p:sp>
      <p:pic>
        <p:nvPicPr>
          <p:cNvPr id="4" name="Picture 3">
            <a:extLst>
              <a:ext uri="{FF2B5EF4-FFF2-40B4-BE49-F238E27FC236}">
                <a16:creationId xmlns:a16="http://schemas.microsoft.com/office/drawing/2014/main" id="{5F2511E9-2F5D-5117-416A-C4D50C9F5C2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5820" y="2502955"/>
            <a:ext cx="10907486" cy="3909526"/>
          </a:xfrm>
          <a:prstGeom prst="rect">
            <a:avLst/>
          </a:prstGeom>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a:extLst>
              <a:ext uri="{FF2B5EF4-FFF2-40B4-BE49-F238E27FC236}">
                <a16:creationId xmlns:a16="http://schemas.microsoft.com/office/drawing/2014/main" id="{654F2BFC-CC86-26E4-75EB-304E634D46B7}"/>
              </a:ext>
            </a:extLst>
          </p:cNvPr>
          <p:cNvSpPr txBox="1"/>
          <p:nvPr/>
        </p:nvSpPr>
        <p:spPr>
          <a:xfrm>
            <a:off x="1240971" y="2892490"/>
            <a:ext cx="10229540" cy="286232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strong offline security.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Prevents remote cyberattacks.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Enhances Multi-Factor Authentication.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Suitable for critical applications.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secure access control.</a:t>
            </a:r>
            <a:endParaRPr lang="en-IN" sz="2000"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F169DA25-7CCC-E13E-C0C4-92BE508550C5}"/>
              </a:ext>
            </a:extLst>
          </p:cNvPr>
          <p:cNvSpPr>
            <a:spLocks noGrp="1"/>
          </p:cNvSpPr>
          <p:nvPr>
            <p:ph type="dt" sz="half" idx="10"/>
          </p:nvPr>
        </p:nvSpPr>
        <p:spPr/>
        <p:txBody>
          <a:bodyPr/>
          <a:lstStyle/>
          <a:p>
            <a:fld id="{34F53C0B-7862-460A-A36C-CE5BD191FE61}" type="datetime1">
              <a:rPr lang="en-IN" smtClean="0"/>
              <a:t>29-07-2026</a:t>
            </a:fld>
            <a:endParaRPr lang="en-IN"/>
          </a:p>
        </p:txBody>
      </p:sp>
      <p:sp>
        <p:nvSpPr>
          <p:cNvPr id="7" name="Slide Number Placeholder 6">
            <a:extLst>
              <a:ext uri="{FF2B5EF4-FFF2-40B4-BE49-F238E27FC236}">
                <a16:creationId xmlns:a16="http://schemas.microsoft.com/office/drawing/2014/main" id="{12182FAC-18CE-E4DF-7EE4-E4EAD3DC0BEE}"/>
              </a:ext>
            </a:extLst>
          </p:cNvPr>
          <p:cNvSpPr>
            <a:spLocks noGrp="1"/>
          </p:cNvSpPr>
          <p:nvPr>
            <p:ph type="sldNum" sz="quarter" idx="12"/>
          </p:nvPr>
        </p:nvSpPr>
        <p:spPr/>
        <p:txBody>
          <a:bodyPr/>
          <a:lstStyle/>
          <a:p>
            <a:fld id="{7C33CCD4-7228-4506-A3A6-5A9074B2CE31}" type="slidenum">
              <a:rPr lang="en-IN" smtClean="0"/>
              <a:t>15</a:t>
            </a:fld>
            <a:endParaRPr lang="en-IN"/>
          </a:p>
        </p:txBody>
      </p:sp>
      <p:sp>
        <p:nvSpPr>
          <p:cNvPr id="8" name="Footer Placeholder 7">
            <a:extLst>
              <a:ext uri="{FF2B5EF4-FFF2-40B4-BE49-F238E27FC236}">
                <a16:creationId xmlns:a16="http://schemas.microsoft.com/office/drawing/2014/main" id="{FB6C888D-76B0-8CC0-4D94-BEFDC1BC886A}"/>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a:extLst>
              <a:ext uri="{FF2B5EF4-FFF2-40B4-BE49-F238E27FC236}">
                <a16:creationId xmlns:a16="http://schemas.microsoft.com/office/drawing/2014/main" id="{86989998-75FA-3017-FC4E-37576A3E0C7D}"/>
              </a:ext>
            </a:extLst>
          </p:cNvPr>
          <p:cNvSpPr txBox="1"/>
          <p:nvPr/>
        </p:nvSpPr>
        <p:spPr>
          <a:xfrm>
            <a:off x="1233474" y="2892490"/>
            <a:ext cx="10229540" cy="286232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RFC 6238: Time-Based One-Time Password (TOTP) – IETF</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RFC 4226: HMAC-Based One-Time Password (HOTP) – IETF</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NIST SP 800-63B Digital Identity Guidelines – NIST</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Arduino IDE Documentation – Arduino</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YubiKey Hardware Token Documentation – </a:t>
            </a:r>
            <a:r>
              <a:rPr lang="en-IN" sz="2000" dirty="0" err="1">
                <a:latin typeface="Times New Roman" panose="02020603050405020304" pitchFamily="18" charset="0"/>
                <a:cs typeface="Times New Roman" panose="02020603050405020304" pitchFamily="18" charset="0"/>
              </a:rPr>
              <a:t>Yubico</a:t>
            </a:r>
            <a:endParaRPr lang="en-IN" sz="2000" dirty="0">
              <a:latin typeface="Times New Roman" panose="02020603050405020304" pitchFamily="18" charset="0"/>
              <a:cs typeface="Times New Roman" panose="02020603050405020304" pitchFamily="18" charset="0"/>
            </a:endParaRPr>
          </a:p>
        </p:txBody>
      </p:sp>
      <p:sp>
        <p:nvSpPr>
          <p:cNvPr id="6" name="Date Placeholder 5">
            <a:extLst>
              <a:ext uri="{FF2B5EF4-FFF2-40B4-BE49-F238E27FC236}">
                <a16:creationId xmlns:a16="http://schemas.microsoft.com/office/drawing/2014/main" id="{C100634F-005F-814C-9265-0E516091CC10}"/>
              </a:ext>
            </a:extLst>
          </p:cNvPr>
          <p:cNvSpPr>
            <a:spLocks noGrp="1"/>
          </p:cNvSpPr>
          <p:nvPr>
            <p:ph type="dt" sz="half" idx="10"/>
          </p:nvPr>
        </p:nvSpPr>
        <p:spPr/>
        <p:txBody>
          <a:bodyPr/>
          <a:lstStyle/>
          <a:p>
            <a:fld id="{DBCFFAD4-074A-4FFE-9FC8-B5814917B130}" type="datetime1">
              <a:rPr lang="en-IN" smtClean="0"/>
              <a:t>29-07-2026</a:t>
            </a:fld>
            <a:endParaRPr lang="en-IN" dirty="0"/>
          </a:p>
        </p:txBody>
      </p:sp>
      <p:sp>
        <p:nvSpPr>
          <p:cNvPr id="7" name="Slide Number Placeholder 6">
            <a:extLst>
              <a:ext uri="{FF2B5EF4-FFF2-40B4-BE49-F238E27FC236}">
                <a16:creationId xmlns:a16="http://schemas.microsoft.com/office/drawing/2014/main" id="{FED0ABF3-0066-BBB8-7E21-9462F8C45E7B}"/>
              </a:ext>
            </a:extLst>
          </p:cNvPr>
          <p:cNvSpPr>
            <a:spLocks noGrp="1"/>
          </p:cNvSpPr>
          <p:nvPr>
            <p:ph type="sldNum" sz="quarter" idx="12"/>
          </p:nvPr>
        </p:nvSpPr>
        <p:spPr/>
        <p:txBody>
          <a:bodyPr/>
          <a:lstStyle/>
          <a:p>
            <a:fld id="{7C33CCD4-7228-4506-A3A6-5A9074B2CE31}" type="slidenum">
              <a:rPr lang="en-IN" smtClean="0"/>
              <a:t>16</a:t>
            </a:fld>
            <a:endParaRPr lang="en-IN"/>
          </a:p>
        </p:txBody>
      </p:sp>
      <p:sp>
        <p:nvSpPr>
          <p:cNvPr id="8" name="Footer Placeholder 7">
            <a:extLst>
              <a:ext uri="{FF2B5EF4-FFF2-40B4-BE49-F238E27FC236}">
                <a16:creationId xmlns:a16="http://schemas.microsoft.com/office/drawing/2014/main" id="{4BE47888-FD67-7122-0E01-5659F5682BB1}"/>
              </a:ext>
            </a:extLst>
          </p:cNvPr>
          <p:cNvSpPr>
            <a:spLocks noGrp="1"/>
          </p:cNvSpPr>
          <p:nvPr>
            <p:ph type="ftr" sz="quarter" idx="11"/>
          </p:nvPr>
        </p:nvSpPr>
        <p:spPr/>
        <p:txBody>
          <a:bodyPr/>
          <a:lstStyle/>
          <a:p>
            <a:r>
              <a:rPr lang="en-IN"/>
              <a:t>Dept of CSE(CY)</a:t>
            </a: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344</TotalTime>
  <Words>1215</Words>
  <Application>Microsoft Office PowerPoint</Application>
  <PresentationFormat>Widescreen</PresentationFormat>
  <Paragraphs>173</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Britto Binoy</cp:lastModifiedBy>
  <cp:revision>19</cp:revision>
  <dcterms:created xsi:type="dcterms:W3CDTF">2025-10-04T04:58:01Z</dcterms:created>
  <dcterms:modified xsi:type="dcterms:W3CDTF">2026-07-29T16:14:40Z</dcterms:modified>
</cp:coreProperties>
</file>
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CBDDA3-F8B5-45BA-949C-FD979BCCA436}" v="56" dt="2026-07-29T15:56:33.7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yal George Joseph" userId="2e74e9b221cef40f" providerId="LiveId" clId="{ED9DE90B-4ED6-4610-B097-789A3BCB3CCC}"/>
    <pc:docChg chg="custSel modSld">
      <pc:chgData name="Joyal George Joseph" userId="2e74e9b221cef40f" providerId="LiveId" clId="{ED9DE90B-4ED6-4610-B097-789A3BCB3CCC}" dt="2026-07-30T04:17:15.550" v="333" actId="20577"/>
      <pc:docMkLst>
        <pc:docMk/>
      </pc:docMkLst>
      <pc:sldChg chg="addSp delSp modSp mod">
        <pc:chgData name="Joyal George Joseph" userId="2e74e9b221cef40f" providerId="LiveId" clId="{ED9DE90B-4ED6-4610-B097-789A3BCB3CCC}" dt="2026-07-29T15:59:56.725" v="290" actId="20577"/>
        <pc:sldMkLst>
          <pc:docMk/>
          <pc:sldMk cId="1241010064" sldId="257"/>
        </pc:sldMkLst>
        <pc:spChg chg="add mod">
          <ac:chgData name="Joyal George Joseph" userId="2e74e9b221cef40f" providerId="LiveId" clId="{ED9DE90B-4ED6-4610-B097-789A3BCB3CCC}" dt="2026-07-29T15:29:44.593" v="2" actId="20577"/>
          <ac:spMkLst>
            <pc:docMk/>
            <pc:sldMk cId="1241010064" sldId="257"/>
            <ac:spMk id="4" creationId="{234D3164-1BDA-B953-5933-3668B37199EA}"/>
          </ac:spMkLst>
        </pc:spChg>
        <pc:spChg chg="mod">
          <ac:chgData name="Joyal George Joseph" userId="2e74e9b221cef40f" providerId="LiveId" clId="{ED9DE90B-4ED6-4610-B097-789A3BCB3CCC}" dt="2026-07-29T15:59:56.725" v="290" actId="20577"/>
          <ac:spMkLst>
            <pc:docMk/>
            <pc:sldMk cId="1241010064" sldId="257"/>
            <ac:spMk id="7" creationId="{00000000-0000-0000-0000-000000000000}"/>
          </ac:spMkLst>
        </pc:spChg>
        <pc:spChg chg="add del mod">
          <ac:chgData name="Joyal George Joseph" userId="2e74e9b221cef40f" providerId="LiveId" clId="{ED9DE90B-4ED6-4610-B097-789A3BCB3CCC}" dt="2026-07-29T15:41:58.989" v="92"/>
          <ac:spMkLst>
            <pc:docMk/>
            <pc:sldMk cId="1241010064" sldId="257"/>
            <ac:spMk id="9" creationId="{72B94EF2-E918-54C2-15F6-E4F5FCB5AF9B}"/>
          </ac:spMkLst>
        </pc:spChg>
        <pc:spChg chg="add mod">
          <ac:chgData name="Joyal George Joseph" userId="2e74e9b221cef40f" providerId="LiveId" clId="{ED9DE90B-4ED6-4610-B097-789A3BCB3CCC}" dt="2026-07-29T15:50:28.446" v="175" actId="14100"/>
          <ac:spMkLst>
            <pc:docMk/>
            <pc:sldMk cId="1241010064" sldId="257"/>
            <ac:spMk id="10" creationId="{3AB792BC-A01A-14C8-9264-F41D456BD881}"/>
          </ac:spMkLst>
        </pc:spChg>
        <pc:picChg chg="mod">
          <ac:chgData name="Joyal George Joseph" userId="2e74e9b221cef40f" providerId="LiveId" clId="{ED9DE90B-4ED6-4610-B097-789A3BCB3CCC}" dt="2026-07-29T15:40:14.116" v="89" actId="1076"/>
          <ac:picMkLst>
            <pc:docMk/>
            <pc:sldMk cId="1241010064" sldId="257"/>
            <ac:picMk id="6" creationId="{00000000-0000-0000-0000-000000000000}"/>
          </ac:picMkLst>
        </pc:picChg>
      </pc:sldChg>
      <pc:sldChg chg="addSp modSp mod">
        <pc:chgData name="Joyal George Joseph" userId="2e74e9b221cef40f" providerId="LiveId" clId="{ED9DE90B-4ED6-4610-B097-789A3BCB3CCC}" dt="2026-07-30T04:17:15.550" v="333" actId="20577"/>
        <pc:sldMkLst>
          <pc:docMk/>
          <pc:sldMk cId="1273087078" sldId="279"/>
        </pc:sldMkLst>
        <pc:spChg chg="add mod">
          <ac:chgData name="Joyal George Joseph" userId="2e74e9b221cef40f" providerId="LiveId" clId="{ED9DE90B-4ED6-4610-B097-789A3BCB3CCC}" dt="2026-07-29T15:39:04.402" v="83" actId="20577"/>
          <ac:spMkLst>
            <pc:docMk/>
            <pc:sldMk cId="1273087078" sldId="279"/>
            <ac:spMk id="2" creationId="{53831C01-93BC-890B-8D0E-8C702AC96A7B}"/>
          </ac:spMkLst>
        </pc:spChg>
        <pc:spChg chg="mod">
          <ac:chgData name="Joyal George Joseph" userId="2e74e9b221cef40f" providerId="LiveId" clId="{ED9DE90B-4ED6-4610-B097-789A3BCB3CCC}" dt="2026-07-29T15:56:03.701" v="240" actId="1076"/>
          <ac:spMkLst>
            <pc:docMk/>
            <pc:sldMk cId="1273087078" sldId="279"/>
            <ac:spMk id="3" creationId="{00000000-0000-0000-0000-000000000000}"/>
          </ac:spMkLst>
        </pc:spChg>
        <pc:spChg chg="mod">
          <ac:chgData name="Joyal George Joseph" userId="2e74e9b221cef40f" providerId="LiveId" clId="{ED9DE90B-4ED6-4610-B097-789A3BCB3CCC}" dt="2026-07-30T04:17:15.550" v="333" actId="20577"/>
          <ac:spMkLst>
            <pc:docMk/>
            <pc:sldMk cId="1273087078" sldId="279"/>
            <ac:spMk id="5" creationId="{0D6E7C94-E64A-7D80-944C-863D1DCF1D6F}"/>
          </ac:spMkLst>
        </pc:spChg>
        <pc:spChg chg="add mod">
          <ac:chgData name="Joyal George Joseph" userId="2e74e9b221cef40f" providerId="LiveId" clId="{ED9DE90B-4ED6-4610-B097-789A3BCB3CCC}" dt="2026-07-29T15:56:33.778" v="247"/>
          <ac:spMkLst>
            <pc:docMk/>
            <pc:sldMk cId="1273087078" sldId="279"/>
            <ac:spMk id="10" creationId="{58C6E441-18CD-13C6-CE26-DB108BFB902A}"/>
          </ac:spMkLst>
        </pc:spChg>
        <pc:picChg chg="mod">
          <ac:chgData name="Joyal George Joseph" userId="2e74e9b221cef40f" providerId="LiveId" clId="{ED9DE90B-4ED6-4610-B097-789A3BCB3CCC}" dt="2026-07-29T15:56:08.223" v="241" actId="1076"/>
          <ac:picMkLst>
            <pc:docMk/>
            <pc:sldMk cId="1273087078" sldId="279"/>
            <ac:picMk id="4" creationId="{00000000-0000-0000-0000-000000000000}"/>
          </ac:picMkLst>
        </pc:picChg>
      </pc:sldChg>
      <pc:sldChg chg="addSp modSp mod">
        <pc:chgData name="Joyal George Joseph" userId="2e74e9b221cef40f" providerId="LiveId" clId="{ED9DE90B-4ED6-4610-B097-789A3BCB3CCC}" dt="2026-07-29T15:56:50.785" v="249" actId="1076"/>
        <pc:sldMkLst>
          <pc:docMk/>
          <pc:sldMk cId="3852756335" sldId="281"/>
        </pc:sldMkLst>
        <pc:spChg chg="add mod">
          <ac:chgData name="Joyal George Joseph" userId="2e74e9b221cef40f" providerId="LiveId" clId="{ED9DE90B-4ED6-4610-B097-789A3BCB3CCC}" dt="2026-07-29T15:39:24.012" v="88" actId="20577"/>
          <ac:spMkLst>
            <pc:docMk/>
            <pc:sldMk cId="3852756335" sldId="281"/>
            <ac:spMk id="2" creationId="{A81E520D-7E47-6255-0ACA-470680345617}"/>
          </ac:spMkLst>
        </pc:spChg>
        <pc:spChg chg="add mod">
          <ac:chgData name="Joyal George Joseph" userId="2e74e9b221cef40f" providerId="LiveId" clId="{ED9DE90B-4ED6-4610-B097-789A3BCB3CCC}" dt="2026-07-29T15:56:50.785" v="249" actId="1076"/>
          <ac:spMkLst>
            <pc:docMk/>
            <pc:sldMk cId="3852756335" sldId="281"/>
            <ac:spMk id="11" creationId="{B83BED56-1BE8-6A9D-29CA-060D875DF0A8}"/>
          </ac:spMkLst>
        </pc:spChg>
      </pc:sldChg>
      <pc:sldChg chg="addSp delSp modSp mod">
        <pc:chgData name="Joyal George Joseph" userId="2e74e9b221cef40f" providerId="LiveId" clId="{ED9DE90B-4ED6-4610-B097-789A3BCB3CCC}" dt="2026-07-29T15:49:59.582" v="170" actId="14100"/>
        <pc:sldMkLst>
          <pc:docMk/>
          <pc:sldMk cId="60512213" sldId="282"/>
        </pc:sldMkLst>
        <pc:spChg chg="add mod">
          <ac:chgData name="Joyal George Joseph" userId="2e74e9b221cef40f" providerId="LiveId" clId="{ED9DE90B-4ED6-4610-B097-789A3BCB3CCC}" dt="2026-07-29T15:32:35.372" v="26" actId="255"/>
          <ac:spMkLst>
            <pc:docMk/>
            <pc:sldMk cId="60512213" sldId="282"/>
            <ac:spMk id="4" creationId="{47A0E89B-D820-0815-BCCE-D2C1C555EBD8}"/>
          </ac:spMkLst>
        </pc:spChg>
        <pc:spChg chg="add del mod">
          <ac:chgData name="Joyal George Joseph" userId="2e74e9b221cef40f" providerId="LiveId" clId="{ED9DE90B-4ED6-4610-B097-789A3BCB3CCC}" dt="2026-07-29T15:43:59.651" v="119"/>
          <ac:spMkLst>
            <pc:docMk/>
            <pc:sldMk cId="60512213" sldId="282"/>
            <ac:spMk id="8" creationId="{301A2C48-271B-9DAF-0374-B16D58596DB8}"/>
          </ac:spMkLst>
        </pc:spChg>
        <pc:spChg chg="add mod">
          <ac:chgData name="Joyal George Joseph" userId="2e74e9b221cef40f" providerId="LiveId" clId="{ED9DE90B-4ED6-4610-B097-789A3BCB3CCC}" dt="2026-07-29T15:49:59.582" v="170" actId="14100"/>
          <ac:spMkLst>
            <pc:docMk/>
            <pc:sldMk cId="60512213" sldId="282"/>
            <ac:spMk id="9" creationId="{DEBDD9BE-836A-8CFD-BCFC-A8986F94C7AD}"/>
          </ac:spMkLst>
        </pc:spChg>
        <pc:picChg chg="mod">
          <ac:chgData name="Joyal George Joseph" userId="2e74e9b221cef40f" providerId="LiveId" clId="{ED9DE90B-4ED6-4610-B097-789A3BCB3CCC}" dt="2026-07-29T15:43:58.584" v="117" actId="1076"/>
          <ac:picMkLst>
            <pc:docMk/>
            <pc:sldMk cId="60512213" sldId="282"/>
            <ac:picMk id="6" creationId="{00000000-0000-0000-0000-000000000000}"/>
          </ac:picMkLst>
        </pc:picChg>
      </pc:sldChg>
      <pc:sldChg chg="addSp modSp mod">
        <pc:chgData name="Joyal George Joseph" userId="2e74e9b221cef40f" providerId="LiveId" clId="{ED9DE90B-4ED6-4610-B097-789A3BCB3CCC}" dt="2026-07-29T15:57:25.927" v="252" actId="14100"/>
        <pc:sldMkLst>
          <pc:docMk/>
          <pc:sldMk cId="2602629959" sldId="283"/>
        </pc:sldMkLst>
        <pc:spChg chg="add mod">
          <ac:chgData name="Joyal George Joseph" userId="2e74e9b221cef40f" providerId="LiveId" clId="{ED9DE90B-4ED6-4610-B097-789A3BCB3CCC}" dt="2026-07-29T15:33:02.914" v="32" actId="20577"/>
          <ac:spMkLst>
            <pc:docMk/>
            <pc:sldMk cId="2602629959" sldId="283"/>
            <ac:spMk id="5" creationId="{0D1510FA-3980-47B7-4474-BE333FD5F4DA}"/>
          </ac:spMkLst>
        </pc:spChg>
        <pc:spChg chg="add mod">
          <ac:chgData name="Joyal George Joseph" userId="2e74e9b221cef40f" providerId="LiveId" clId="{ED9DE90B-4ED6-4610-B097-789A3BCB3CCC}" dt="2026-07-29T15:57:25.927" v="252" actId="14100"/>
          <ac:spMkLst>
            <pc:docMk/>
            <pc:sldMk cId="2602629959" sldId="283"/>
            <ac:spMk id="9" creationId="{843A28DA-0025-C7B7-EDAC-312861FD028B}"/>
          </ac:spMkLst>
        </pc:spChg>
      </pc:sldChg>
      <pc:sldChg chg="addSp delSp modSp mod">
        <pc:chgData name="Joyal George Joseph" userId="2e74e9b221cef40f" providerId="LiveId" clId="{ED9DE90B-4ED6-4610-B097-789A3BCB3CCC}" dt="2026-07-29T15:57:11.126" v="251" actId="1035"/>
        <pc:sldMkLst>
          <pc:docMk/>
          <pc:sldMk cId="3735924430" sldId="284"/>
        </pc:sldMkLst>
        <pc:spChg chg="add mod">
          <ac:chgData name="Joyal George Joseph" userId="2e74e9b221cef40f" providerId="LiveId" clId="{ED9DE90B-4ED6-4610-B097-789A3BCB3CCC}" dt="2026-07-29T15:33:22.881" v="36" actId="20577"/>
          <ac:spMkLst>
            <pc:docMk/>
            <pc:sldMk cId="3735924430" sldId="284"/>
            <ac:spMk id="4" creationId="{8FC6968D-4C8F-105A-40CA-9FEC0D76C439}"/>
          </ac:spMkLst>
        </pc:spChg>
        <pc:spChg chg="add del mod">
          <ac:chgData name="Joyal George Joseph" userId="2e74e9b221cef40f" providerId="LiveId" clId="{ED9DE90B-4ED6-4610-B097-789A3BCB3CCC}" dt="2026-07-29T15:46:41.170" v="157"/>
          <ac:spMkLst>
            <pc:docMk/>
            <pc:sldMk cId="3735924430" sldId="284"/>
            <ac:spMk id="9" creationId="{E4649CE9-E329-AC67-0B98-5619E85A53C8}"/>
          </ac:spMkLst>
        </pc:spChg>
        <pc:spChg chg="add mod">
          <ac:chgData name="Joyal George Joseph" userId="2e74e9b221cef40f" providerId="LiveId" clId="{ED9DE90B-4ED6-4610-B097-789A3BCB3CCC}" dt="2026-07-29T15:57:11.126" v="251" actId="1035"/>
          <ac:spMkLst>
            <pc:docMk/>
            <pc:sldMk cId="3735924430" sldId="284"/>
            <ac:spMk id="10" creationId="{ACCEDBA4-C841-BF93-0C5A-C1E5ACFE02CD}"/>
          </ac:spMkLst>
        </pc:spChg>
        <pc:picChg chg="mod">
          <ac:chgData name="Joyal George Joseph" userId="2e74e9b221cef40f" providerId="LiveId" clId="{ED9DE90B-4ED6-4610-B097-789A3BCB3CCC}" dt="2026-07-29T15:46:39.333" v="155" actId="1076"/>
          <ac:picMkLst>
            <pc:docMk/>
            <pc:sldMk cId="3735924430" sldId="284"/>
            <ac:picMk id="6" creationId="{00000000-0000-0000-0000-000000000000}"/>
          </ac:picMkLst>
        </pc:picChg>
      </pc:sldChg>
      <pc:sldChg chg="addSp modSp mod">
        <pc:chgData name="Joyal George Joseph" userId="2e74e9b221cef40f" providerId="LiveId" clId="{ED9DE90B-4ED6-4610-B097-789A3BCB3CCC}" dt="2026-07-29T15:51:01.750" v="182" actId="14100"/>
        <pc:sldMkLst>
          <pc:docMk/>
          <pc:sldMk cId="1945739107" sldId="285"/>
        </pc:sldMkLst>
        <pc:spChg chg="add mod">
          <ac:chgData name="Joyal George Joseph" userId="2e74e9b221cef40f" providerId="LiveId" clId="{ED9DE90B-4ED6-4610-B097-789A3BCB3CCC}" dt="2026-07-29T15:34:03.214" v="41" actId="20577"/>
          <ac:spMkLst>
            <pc:docMk/>
            <pc:sldMk cId="1945739107" sldId="285"/>
            <ac:spMk id="5" creationId="{7C29D64F-353C-6E96-837C-1326DA97C8E1}"/>
          </ac:spMkLst>
        </pc:spChg>
        <pc:spChg chg="add mod">
          <ac:chgData name="Joyal George Joseph" userId="2e74e9b221cef40f" providerId="LiveId" clId="{ED9DE90B-4ED6-4610-B097-789A3BCB3CCC}" dt="2026-07-29T15:51:01.750" v="182" actId="14100"/>
          <ac:spMkLst>
            <pc:docMk/>
            <pc:sldMk cId="1945739107" sldId="285"/>
            <ac:spMk id="9" creationId="{42880F8B-3D0A-644E-19A9-1A0BBE09A53A}"/>
          </ac:spMkLst>
        </pc:spChg>
      </pc:sldChg>
      <pc:sldChg chg="addSp modSp mod">
        <pc:chgData name="Joyal George Joseph" userId="2e74e9b221cef40f" providerId="LiveId" clId="{ED9DE90B-4ED6-4610-B097-789A3BCB3CCC}" dt="2026-07-29T15:51:32.226" v="187" actId="14100"/>
        <pc:sldMkLst>
          <pc:docMk/>
          <pc:sldMk cId="490350623" sldId="286"/>
        </pc:sldMkLst>
        <pc:spChg chg="add mod">
          <ac:chgData name="Joyal George Joseph" userId="2e74e9b221cef40f" providerId="LiveId" clId="{ED9DE90B-4ED6-4610-B097-789A3BCB3CCC}" dt="2026-07-29T15:34:23.941" v="47" actId="20577"/>
          <ac:spMkLst>
            <pc:docMk/>
            <pc:sldMk cId="490350623" sldId="286"/>
            <ac:spMk id="4" creationId="{473E83AF-81B7-215D-D773-9C78B692509E}"/>
          </ac:spMkLst>
        </pc:spChg>
        <pc:spChg chg="add mod">
          <ac:chgData name="Joyal George Joseph" userId="2e74e9b221cef40f" providerId="LiveId" clId="{ED9DE90B-4ED6-4610-B097-789A3BCB3CCC}" dt="2026-07-29T15:51:32.226" v="187" actId="14100"/>
          <ac:spMkLst>
            <pc:docMk/>
            <pc:sldMk cId="490350623" sldId="286"/>
            <ac:spMk id="9" creationId="{D3640828-4894-A113-8D1D-66A34B8F8F33}"/>
          </ac:spMkLst>
        </pc:spChg>
      </pc:sldChg>
      <pc:sldChg chg="addSp modSp mod">
        <pc:chgData name="Joyal George Joseph" userId="2e74e9b221cef40f" providerId="LiveId" clId="{ED9DE90B-4ED6-4610-B097-789A3BCB3CCC}" dt="2026-07-29T15:52:06.374" v="193" actId="14100"/>
        <pc:sldMkLst>
          <pc:docMk/>
          <pc:sldMk cId="1330462120" sldId="287"/>
        </pc:sldMkLst>
        <pc:spChg chg="add mod">
          <ac:chgData name="Joyal George Joseph" userId="2e74e9b221cef40f" providerId="LiveId" clId="{ED9DE90B-4ED6-4610-B097-789A3BCB3CCC}" dt="2026-07-29T15:34:55.338" v="51" actId="20577"/>
          <ac:spMkLst>
            <pc:docMk/>
            <pc:sldMk cId="1330462120" sldId="287"/>
            <ac:spMk id="5" creationId="{B4D7E635-1DEE-428A-DBCE-3E27333037E7}"/>
          </ac:spMkLst>
        </pc:spChg>
        <pc:spChg chg="add mod">
          <ac:chgData name="Joyal George Joseph" userId="2e74e9b221cef40f" providerId="LiveId" clId="{ED9DE90B-4ED6-4610-B097-789A3BCB3CCC}" dt="2026-07-29T15:52:06.374" v="193" actId="14100"/>
          <ac:spMkLst>
            <pc:docMk/>
            <pc:sldMk cId="1330462120" sldId="287"/>
            <ac:spMk id="9" creationId="{8E5878BA-4BD8-91E7-8CE5-1A8486A8AAE4}"/>
          </ac:spMkLst>
        </pc:spChg>
      </pc:sldChg>
      <pc:sldChg chg="addSp modSp mod">
        <pc:chgData name="Joyal George Joseph" userId="2e74e9b221cef40f" providerId="LiveId" clId="{ED9DE90B-4ED6-4610-B097-789A3BCB3CCC}" dt="2026-07-29T15:57:44.701" v="263" actId="1035"/>
        <pc:sldMkLst>
          <pc:docMk/>
          <pc:sldMk cId="3073759" sldId="288"/>
        </pc:sldMkLst>
        <pc:spChg chg="add mod">
          <ac:chgData name="Joyal George Joseph" userId="2e74e9b221cef40f" providerId="LiveId" clId="{ED9DE90B-4ED6-4610-B097-789A3BCB3CCC}" dt="2026-07-29T15:35:22.385" v="56" actId="20577"/>
          <ac:spMkLst>
            <pc:docMk/>
            <pc:sldMk cId="3073759" sldId="288"/>
            <ac:spMk id="2" creationId="{DD8EB5FD-901B-FAB3-F006-1606CD7EA727}"/>
          </ac:spMkLst>
        </pc:spChg>
        <pc:spChg chg="add mod">
          <ac:chgData name="Joyal George Joseph" userId="2e74e9b221cef40f" providerId="LiveId" clId="{ED9DE90B-4ED6-4610-B097-789A3BCB3CCC}" dt="2026-07-29T15:57:44.701" v="263" actId="1035"/>
          <ac:spMkLst>
            <pc:docMk/>
            <pc:sldMk cId="3073759" sldId="288"/>
            <ac:spMk id="10" creationId="{BBD6E70B-F994-0158-0472-F59414B130BA}"/>
          </ac:spMkLst>
        </pc:spChg>
      </pc:sldChg>
      <pc:sldChg chg="addSp modSp mod">
        <pc:chgData name="Joyal George Joseph" userId="2e74e9b221cef40f" providerId="LiveId" clId="{ED9DE90B-4ED6-4610-B097-789A3BCB3CCC}" dt="2026-07-29T15:53:38.304" v="207" actId="14100"/>
        <pc:sldMkLst>
          <pc:docMk/>
          <pc:sldMk cId="4281306745" sldId="289"/>
        </pc:sldMkLst>
        <pc:spChg chg="add mod">
          <ac:chgData name="Joyal George Joseph" userId="2e74e9b221cef40f" providerId="LiveId" clId="{ED9DE90B-4ED6-4610-B097-789A3BCB3CCC}" dt="2026-07-29T15:35:55.700" v="62" actId="20577"/>
          <ac:spMkLst>
            <pc:docMk/>
            <pc:sldMk cId="4281306745" sldId="289"/>
            <ac:spMk id="2" creationId="{FED1EC5B-EDB9-EB86-589B-F8F62A4075CA}"/>
          </ac:spMkLst>
        </pc:spChg>
        <pc:spChg chg="add mod">
          <ac:chgData name="Joyal George Joseph" userId="2e74e9b221cef40f" providerId="LiveId" clId="{ED9DE90B-4ED6-4610-B097-789A3BCB3CCC}" dt="2026-07-29T15:53:38.304" v="207" actId="14100"/>
          <ac:spMkLst>
            <pc:docMk/>
            <pc:sldMk cId="4281306745" sldId="289"/>
            <ac:spMk id="10" creationId="{B8C8D0B3-B7FF-48B6-47F4-52D9A7367D59}"/>
          </ac:spMkLst>
        </pc:spChg>
      </pc:sldChg>
      <pc:sldChg chg="addSp delSp modSp mod">
        <pc:chgData name="Joyal George Joseph" userId="2e74e9b221cef40f" providerId="LiveId" clId="{ED9DE90B-4ED6-4610-B097-789A3BCB3CCC}" dt="2026-07-29T15:54:28.725" v="219" actId="14100"/>
        <pc:sldMkLst>
          <pc:docMk/>
          <pc:sldMk cId="2405377836" sldId="295"/>
        </pc:sldMkLst>
        <pc:spChg chg="add mod">
          <ac:chgData name="Joyal George Joseph" userId="2e74e9b221cef40f" providerId="LiveId" clId="{ED9DE90B-4ED6-4610-B097-789A3BCB3CCC}" dt="2026-07-29T15:36:14.494" v="67" actId="20577"/>
          <ac:spMkLst>
            <pc:docMk/>
            <pc:sldMk cId="2405377836" sldId="295"/>
            <ac:spMk id="2" creationId="{0A122C11-423A-8440-EA79-ACEF246A2397}"/>
          </ac:spMkLst>
        </pc:spChg>
        <pc:spChg chg="add del mod">
          <ac:chgData name="Joyal George Joseph" userId="2e74e9b221cef40f" providerId="LiveId" clId="{ED9DE90B-4ED6-4610-B097-789A3BCB3CCC}" dt="2026-07-29T15:54:00.792" v="210"/>
          <ac:spMkLst>
            <pc:docMk/>
            <pc:sldMk cId="2405377836" sldId="295"/>
            <ac:spMk id="10" creationId="{CD33215F-D0F8-F127-1EF5-8C104B6F4D13}"/>
          </ac:spMkLst>
        </pc:spChg>
        <pc:spChg chg="add mod">
          <ac:chgData name="Joyal George Joseph" userId="2e74e9b221cef40f" providerId="LiveId" clId="{ED9DE90B-4ED6-4610-B097-789A3BCB3CCC}" dt="2026-07-29T15:54:28.725" v="219" actId="14100"/>
          <ac:spMkLst>
            <pc:docMk/>
            <pc:sldMk cId="2405377836" sldId="295"/>
            <ac:spMk id="11" creationId="{ECF46EAC-9FB5-31C9-3905-424AC5D5CC07}"/>
          </ac:spMkLst>
        </pc:spChg>
      </pc:sldChg>
      <pc:sldChg chg="addSp delSp modSp mod">
        <pc:chgData name="Joyal George Joseph" userId="2e74e9b221cef40f" providerId="LiveId" clId="{ED9DE90B-4ED6-4610-B097-789A3BCB3CCC}" dt="2026-07-30T04:17:02.199" v="313" actId="20577"/>
        <pc:sldMkLst>
          <pc:docMk/>
          <pc:sldMk cId="3621066164" sldId="296"/>
        </pc:sldMkLst>
        <pc:spChg chg="add mod">
          <ac:chgData name="Joyal George Joseph" userId="2e74e9b221cef40f" providerId="LiveId" clId="{ED9DE90B-4ED6-4610-B097-789A3BCB3CCC}" dt="2026-07-29T15:38:15.604" v="72" actId="20577"/>
          <ac:spMkLst>
            <pc:docMk/>
            <pc:sldMk cId="3621066164" sldId="296"/>
            <ac:spMk id="2" creationId="{17CA802E-B261-D1CA-F339-031685363A8E}"/>
          </ac:spMkLst>
        </pc:spChg>
        <pc:spChg chg="mod">
          <ac:chgData name="Joyal George Joseph" userId="2e74e9b221cef40f" providerId="LiveId" clId="{ED9DE90B-4ED6-4610-B097-789A3BCB3CCC}" dt="2026-07-30T04:17:02.199" v="313" actId="20577"/>
          <ac:spMkLst>
            <pc:docMk/>
            <pc:sldMk cId="3621066164" sldId="296"/>
            <ac:spMk id="4" creationId="{F8D9D9F7-5D48-9E86-71F9-80F6CB997A29}"/>
          </ac:spMkLst>
        </pc:spChg>
        <pc:spChg chg="add del mod">
          <ac:chgData name="Joyal George Joseph" userId="2e74e9b221cef40f" providerId="LiveId" clId="{ED9DE90B-4ED6-4610-B097-789A3BCB3CCC}" dt="2026-07-29T15:55:03.374" v="229"/>
          <ac:spMkLst>
            <pc:docMk/>
            <pc:sldMk cId="3621066164" sldId="296"/>
            <ac:spMk id="10" creationId="{DD9DEE76-B553-8013-B786-CD935921F1C4}"/>
          </ac:spMkLst>
        </pc:spChg>
        <pc:spChg chg="add mod">
          <ac:chgData name="Joyal George Joseph" userId="2e74e9b221cef40f" providerId="LiveId" clId="{ED9DE90B-4ED6-4610-B097-789A3BCB3CCC}" dt="2026-07-29T15:54:59.920" v="227" actId="14100"/>
          <ac:spMkLst>
            <pc:docMk/>
            <pc:sldMk cId="3621066164" sldId="296"/>
            <ac:spMk id="11" creationId="{270BD810-34C5-584B-8386-F05896002279}"/>
          </ac:spMkLst>
        </pc:spChg>
      </pc:sldChg>
      <pc:sldChg chg="addSp delSp modSp mod">
        <pc:chgData name="Joyal George Joseph" userId="2e74e9b221cef40f" providerId="LiveId" clId="{ED9DE90B-4ED6-4610-B097-789A3BCB3CCC}" dt="2026-07-29T15:59:24.262" v="271" actId="1076"/>
        <pc:sldMkLst>
          <pc:docMk/>
          <pc:sldMk cId="2712603411" sldId="303"/>
        </pc:sldMkLst>
        <pc:spChg chg="add mod">
          <ac:chgData name="Joyal George Joseph" userId="2e74e9b221cef40f" providerId="LiveId" clId="{ED9DE90B-4ED6-4610-B097-789A3BCB3CCC}" dt="2026-07-29T15:38:40.408" v="78" actId="1076"/>
          <ac:spMkLst>
            <pc:docMk/>
            <pc:sldMk cId="2712603411" sldId="303"/>
            <ac:spMk id="2" creationId="{234E86EB-4DCA-BBDE-B54C-17CAF471EF96}"/>
          </ac:spMkLst>
        </pc:spChg>
        <pc:spChg chg="del mod">
          <ac:chgData name="Joyal George Joseph" userId="2e74e9b221cef40f" providerId="LiveId" clId="{ED9DE90B-4ED6-4610-B097-789A3BCB3CCC}" dt="2026-07-29T15:58:40.272" v="266"/>
          <ac:spMkLst>
            <pc:docMk/>
            <pc:sldMk cId="2712603411" sldId="303"/>
            <ac:spMk id="4" creationId="{9B05791A-C8F2-9EA3-1777-70DCB8A655E9}"/>
          </ac:spMkLst>
        </pc:spChg>
        <pc:spChg chg="add del mod">
          <ac:chgData name="Joyal George Joseph" userId="2e74e9b221cef40f" providerId="LiveId" clId="{ED9DE90B-4ED6-4610-B097-789A3BCB3CCC}" dt="2026-07-29T15:55:43.966" v="238"/>
          <ac:spMkLst>
            <pc:docMk/>
            <pc:sldMk cId="2712603411" sldId="303"/>
            <ac:spMk id="10" creationId="{A9C52EC3-1080-A973-5A29-034CE166203D}"/>
          </ac:spMkLst>
        </pc:spChg>
        <pc:spChg chg="add mod">
          <ac:chgData name="Joyal George Joseph" userId="2e74e9b221cef40f" providerId="LiveId" clId="{ED9DE90B-4ED6-4610-B097-789A3BCB3CCC}" dt="2026-07-29T15:55:42.372" v="236"/>
          <ac:spMkLst>
            <pc:docMk/>
            <pc:sldMk cId="2712603411" sldId="303"/>
            <ac:spMk id="11" creationId="{4C9D0805-5CB9-21B7-5E20-F49641BE57EC}"/>
          </ac:spMkLst>
        </pc:spChg>
        <pc:picChg chg="mod">
          <ac:chgData name="Joyal George Joseph" userId="2e74e9b221cef40f" providerId="LiveId" clId="{ED9DE90B-4ED6-4610-B097-789A3BCB3CCC}" dt="2026-07-29T15:55:50.638" v="239" actId="1076"/>
          <ac:picMkLst>
            <pc:docMk/>
            <pc:sldMk cId="2712603411" sldId="303"/>
            <ac:picMk id="6" creationId="{00000000-0000-0000-0000-000000000000}"/>
          </ac:picMkLst>
        </pc:picChg>
        <pc:picChg chg="add mod">
          <ac:chgData name="Joyal George Joseph" userId="2e74e9b221cef40f" providerId="LiveId" clId="{ED9DE90B-4ED6-4610-B097-789A3BCB3CCC}" dt="2026-07-29T15:59:24.262" v="271" actId="1076"/>
          <ac:picMkLst>
            <pc:docMk/>
            <pc:sldMk cId="2712603411" sldId="303"/>
            <ac:picMk id="13" creationId="{FEEA31FE-41B1-6B25-0162-9E760E56317E}"/>
          </ac:picMkLst>
        </pc:picChg>
      </pc:sldChg>
      <pc:sldChg chg="addSp delSp modSp mod">
        <pc:chgData name="Joyal George Joseph" userId="2e74e9b221cef40f" providerId="LiveId" clId="{ED9DE90B-4ED6-4610-B097-789A3BCB3CCC}" dt="2026-07-30T03:34:19.169" v="297" actId="20577"/>
        <pc:sldMkLst>
          <pc:docMk/>
          <pc:sldMk cId="998908478" sldId="304"/>
        </pc:sldMkLst>
        <pc:spChg chg="add del mod">
          <ac:chgData name="Joyal George Joseph" userId="2e74e9b221cef40f" providerId="LiveId" clId="{ED9DE90B-4ED6-4610-B097-789A3BCB3CCC}" dt="2026-07-29T15:32:15.376" v="22"/>
          <ac:spMkLst>
            <pc:docMk/>
            <pc:sldMk cId="998908478" sldId="304"/>
            <ac:spMk id="4" creationId="{9499A768-93FC-5A2A-174B-6840A548E9A6}"/>
          </ac:spMkLst>
        </pc:spChg>
        <pc:spChg chg="mod">
          <ac:chgData name="Joyal George Joseph" userId="2e74e9b221cef40f" providerId="LiveId" clId="{ED9DE90B-4ED6-4610-B097-789A3BCB3CCC}" dt="2026-07-29T16:00:20.009" v="293" actId="1076"/>
          <ac:spMkLst>
            <pc:docMk/>
            <pc:sldMk cId="998908478" sldId="304"/>
            <ac:spMk id="7" creationId="{00000000-0000-0000-0000-000000000000}"/>
          </ac:spMkLst>
        </pc:spChg>
        <pc:spChg chg="mod">
          <ac:chgData name="Joyal George Joseph" userId="2e74e9b221cef40f" providerId="LiveId" clId="{ED9DE90B-4ED6-4610-B097-789A3BCB3CCC}" dt="2026-07-30T03:34:19.169" v="297" actId="20577"/>
          <ac:spMkLst>
            <pc:docMk/>
            <pc:sldMk cId="998908478" sldId="304"/>
            <ac:spMk id="8" creationId="{00000000-0000-0000-0000-000000000000}"/>
          </ac:spMkLst>
        </pc:spChg>
        <pc:spChg chg="mod">
          <ac:chgData name="Joyal George Joseph" userId="2e74e9b221cef40f" providerId="LiveId" clId="{ED9DE90B-4ED6-4610-B097-789A3BCB3CCC}" dt="2026-07-29T16:00:07.368" v="291" actId="1076"/>
          <ac:spMkLst>
            <pc:docMk/>
            <pc:sldMk cId="998908478" sldId="304"/>
            <ac:spMk id="9" creationId="{00000000-0000-0000-0000-000000000000}"/>
          </ac:spMkLst>
        </pc:spChg>
        <pc:spChg chg="add mod">
          <ac:chgData name="Joyal George Joseph" userId="2e74e9b221cef40f" providerId="LiveId" clId="{ED9DE90B-4ED6-4610-B097-789A3BCB3CCC}" dt="2026-07-29T15:31:47.865" v="15" actId="688"/>
          <ac:spMkLst>
            <pc:docMk/>
            <pc:sldMk cId="998908478" sldId="304"/>
            <ac:spMk id="10" creationId="{46D25E07-BCFE-4961-6EF6-FEA48C3B975E}"/>
          </ac:spMkLst>
        </pc:spChg>
        <pc:spChg chg="add mod">
          <ac:chgData name="Joyal George Joseph" userId="2e74e9b221cef40f" providerId="LiveId" clId="{ED9DE90B-4ED6-4610-B097-789A3BCB3CCC}" dt="2026-07-29T15:32:12.902" v="20" actId="1076"/>
          <ac:spMkLst>
            <pc:docMk/>
            <pc:sldMk cId="998908478" sldId="304"/>
            <ac:spMk id="11" creationId="{40FAAAAA-B5DC-10A2-D413-E03173316949}"/>
          </ac:spMkLst>
        </pc:spChg>
        <pc:spChg chg="add del mod">
          <ac:chgData name="Joyal George Joseph" userId="2e74e9b221cef40f" providerId="LiveId" clId="{ED9DE90B-4ED6-4610-B097-789A3BCB3CCC}" dt="2026-07-29T15:43:43.127" v="114"/>
          <ac:spMkLst>
            <pc:docMk/>
            <pc:sldMk cId="998908478" sldId="304"/>
            <ac:spMk id="14" creationId="{2B6BC1A6-3CF5-8C9C-D7CF-07802EBC0368}"/>
          </ac:spMkLst>
        </pc:spChg>
        <pc:spChg chg="add mod">
          <ac:chgData name="Joyal George Joseph" userId="2e74e9b221cef40f" providerId="LiveId" clId="{ED9DE90B-4ED6-4610-B097-789A3BCB3CCC}" dt="2026-07-29T15:50:04.694" v="171" actId="14100"/>
          <ac:spMkLst>
            <pc:docMk/>
            <pc:sldMk cId="998908478" sldId="304"/>
            <ac:spMk id="16" creationId="{622E7879-BC28-1D4D-EF03-04E19716CEF4}"/>
          </ac:spMkLst>
        </pc:spChg>
      </pc:sldChg>
      <pc:sldChg chg="addSp modSp mod">
        <pc:chgData name="Joyal George Joseph" userId="2e74e9b221cef40f" providerId="LiveId" clId="{ED9DE90B-4ED6-4610-B097-789A3BCB3CCC}" dt="2026-07-29T15:49:53.519" v="169" actId="14100"/>
        <pc:sldMkLst>
          <pc:docMk/>
          <pc:sldMk cId="2836553598" sldId="305"/>
        </pc:sldMkLst>
        <pc:spChg chg="mod">
          <ac:chgData name="Joyal George Joseph" userId="2e74e9b221cef40f" providerId="LiveId" clId="{ED9DE90B-4ED6-4610-B097-789A3BCB3CCC}" dt="2026-07-29T15:44:58.832" v="133" actId="14100"/>
          <ac:spMkLst>
            <pc:docMk/>
            <pc:sldMk cId="2836553598" sldId="305"/>
            <ac:spMk id="2" creationId="{945869F6-06A2-2C9C-FE5E-4FD031430E3D}"/>
          </ac:spMkLst>
        </pc:spChg>
        <pc:spChg chg="add mod">
          <ac:chgData name="Joyal George Joseph" userId="2e74e9b221cef40f" providerId="LiveId" clId="{ED9DE90B-4ED6-4610-B097-789A3BCB3CCC}" dt="2026-07-29T15:32:43.236" v="28" actId="20577"/>
          <ac:spMkLst>
            <pc:docMk/>
            <pc:sldMk cId="2836553598" sldId="305"/>
            <ac:spMk id="7" creationId="{A137D9A4-0A25-942C-A1FC-FA157E17C975}"/>
          </ac:spMkLst>
        </pc:spChg>
        <pc:spChg chg="add mod">
          <ac:chgData name="Joyal George Joseph" userId="2e74e9b221cef40f" providerId="LiveId" clId="{ED9DE90B-4ED6-4610-B097-789A3BCB3CCC}" dt="2026-07-29T15:49:53.519" v="169" actId="14100"/>
          <ac:spMkLst>
            <pc:docMk/>
            <pc:sldMk cId="2836553598" sldId="305"/>
            <ac:spMk id="10" creationId="{E05623FA-AF1B-4271-70B8-F0ACB602FCB7}"/>
          </ac:spMkLst>
        </pc:spChg>
        <pc:picChg chg="mod">
          <ac:chgData name="Joyal George Joseph" userId="2e74e9b221cef40f" providerId="LiveId" clId="{ED9DE90B-4ED6-4610-B097-789A3BCB3CCC}" dt="2026-07-29T15:45:03.567" v="134" actId="1076"/>
          <ac:picMkLst>
            <pc:docMk/>
            <pc:sldMk cId="2836553598" sldId="305"/>
            <ac:picMk id="4" creationId="{828CC5CA-38F7-B56F-B512-4FD8B75F85C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332275-52EB-501D-9A01-F3147327AF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Smart Examination Hall Mobile Activity Detection and Alert System using STM32</a:t>
            </a:r>
            <a:endParaRPr lang="en-IN"/>
          </a:p>
        </p:txBody>
      </p:sp>
      <p:sp>
        <p:nvSpPr>
          <p:cNvPr id="3" name="Date Placeholder 2">
            <a:extLst>
              <a:ext uri="{FF2B5EF4-FFF2-40B4-BE49-F238E27FC236}">
                <a16:creationId xmlns:a16="http://schemas.microsoft.com/office/drawing/2014/main" id="{0EFCD42E-5064-E3F8-A100-F7D42B52BA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IN"/>
              <a:t>30-7-2026</a:t>
            </a:r>
          </a:p>
        </p:txBody>
      </p:sp>
      <p:sp>
        <p:nvSpPr>
          <p:cNvPr id="4" name="Footer Placeholder 3">
            <a:extLst>
              <a:ext uri="{FF2B5EF4-FFF2-40B4-BE49-F238E27FC236}">
                <a16:creationId xmlns:a16="http://schemas.microsoft.com/office/drawing/2014/main" id="{FA286540-29D9-C8A6-642F-3EBA1E29EB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CSE(CY)</a:t>
            </a:r>
          </a:p>
        </p:txBody>
      </p:sp>
      <p:sp>
        <p:nvSpPr>
          <p:cNvPr id="5" name="Slide Number Placeholder 4">
            <a:extLst>
              <a:ext uri="{FF2B5EF4-FFF2-40B4-BE49-F238E27FC236}">
                <a16:creationId xmlns:a16="http://schemas.microsoft.com/office/drawing/2014/main" id="{F72F5055-9B20-3E8B-7B47-2C721B4B05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A87C5-CD0A-4268-B384-8A6F7D738584}" type="slidenum">
              <a:rPr lang="en-IN" smtClean="0"/>
              <a:t>‹#›</a:t>
            </a:fld>
            <a:endParaRPr lang="en-IN"/>
          </a:p>
        </p:txBody>
      </p:sp>
    </p:spTree>
    <p:extLst>
      <p:ext uri="{BB962C8B-B14F-4D97-AF65-F5344CB8AC3E}">
        <p14:creationId xmlns:p14="http://schemas.microsoft.com/office/powerpoint/2010/main" val="1616023932"/>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Smart Examination Hall Mobile Activity Detection and Alert System using STM32</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IN"/>
              <a:t>30-7-2026</a:t>
            </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CSE(CY)</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4AD2C-206E-402E-99EA-2696C927E312}" type="slidenum">
              <a:rPr lang="en-IN" smtClean="0"/>
              <a:t>‹#›</a:t>
            </a:fld>
            <a:endParaRPr lang="en-IN"/>
          </a:p>
        </p:txBody>
      </p:sp>
    </p:spTree>
    <p:extLst>
      <p:ext uri="{BB962C8B-B14F-4D97-AF65-F5344CB8AC3E}">
        <p14:creationId xmlns:p14="http://schemas.microsoft.com/office/powerpoint/2010/main" val="321812306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30-7-2026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30-7-2026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30-7-2026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30-7-2026</a:t>
            </a:r>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30-7-2026</a:t>
            </a:r>
            <a:endParaRPr lang="en-IN"/>
          </a:p>
        </p:txBody>
      </p:sp>
      <p:sp>
        <p:nvSpPr>
          <p:cNvPr id="8" name="Footer Placeholder 7"/>
          <p:cNvSpPr>
            <a:spLocks noGrp="1"/>
          </p:cNvSpPr>
          <p:nvPr>
            <p:ph type="ftr" sz="quarter" idx="11"/>
          </p:nvPr>
        </p:nvSpPr>
        <p:spPr/>
        <p:txBody>
          <a:bodyPr/>
          <a:lstStyle/>
          <a:p>
            <a:r>
              <a:rPr lang="en-IN"/>
              <a:t>DEPT OF CSE(CY)</a:t>
            </a:r>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30-7-2026</a:t>
            </a:r>
            <a:endParaRPr lang="en-IN"/>
          </a:p>
        </p:txBody>
      </p:sp>
      <p:sp>
        <p:nvSpPr>
          <p:cNvPr id="4" name="Footer Placeholder 3"/>
          <p:cNvSpPr>
            <a:spLocks noGrp="1"/>
          </p:cNvSpPr>
          <p:nvPr>
            <p:ph type="ftr" sz="quarter" idx="11"/>
          </p:nvPr>
        </p:nvSpPr>
        <p:spPr/>
        <p:txBody>
          <a:bodyPr/>
          <a:lstStyle/>
          <a:p>
            <a:r>
              <a:rPr lang="en-IN"/>
              <a:t>DEPT OF CSE(CY)</a:t>
            </a:r>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30-7-2026</a:t>
            </a:r>
            <a:endParaRPr lang="en-IN"/>
          </a:p>
        </p:txBody>
      </p:sp>
      <p:sp>
        <p:nvSpPr>
          <p:cNvPr id="3" name="Footer Placeholder 2"/>
          <p:cNvSpPr>
            <a:spLocks noGrp="1"/>
          </p:cNvSpPr>
          <p:nvPr>
            <p:ph type="ftr" sz="quarter" idx="11"/>
          </p:nvPr>
        </p:nvSpPr>
        <p:spPr/>
        <p:txBody>
          <a:bodyPr/>
          <a:lstStyle/>
          <a:p>
            <a:r>
              <a:rPr lang="en-IN"/>
              <a:t>DEPT OF CSE(CY)</a:t>
            </a:r>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30-7-2026</a:t>
            </a:r>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30-7-2026</a:t>
            </a:r>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30-7-2026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30-7-2026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30-7-2026</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CSE(CY)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451" y="411586"/>
            <a:ext cx="10579260" cy="1747701"/>
          </a:xfrm>
          <a:prstGeom prst="rect">
            <a:avLst/>
          </a:prstGeom>
        </p:spPr>
      </p:pic>
      <p:sp>
        <p:nvSpPr>
          <p:cNvPr id="7" name="Google Shape;185;p1"/>
          <p:cNvSpPr txBox="1">
            <a:spLocks/>
          </p:cNvSpPr>
          <p:nvPr/>
        </p:nvSpPr>
        <p:spPr bwMode="auto">
          <a:xfrm>
            <a:off x="1459832" y="2239060"/>
            <a:ext cx="9585157"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dirty="0">
              <a:solidFill>
                <a:schemeClr val="accent2">
                  <a:lumMod val="75000"/>
                </a:schemeClr>
              </a:solidFill>
              <a:latin typeface="Helvetica Neue"/>
            </a:endParaRPr>
          </a:p>
          <a:p>
            <a:pPr marL="0" indent="0" algn="l">
              <a:buNone/>
            </a:pPr>
            <a:r>
              <a:rPr lang="en-IN" sz="4000" b="1" dirty="0">
                <a:solidFill>
                  <a:schemeClr val="accent2">
                    <a:lumMod val="75000"/>
                  </a:schemeClr>
                </a:solidFill>
                <a:latin typeface="Helvetica Neue"/>
              </a:rPr>
              <a:t>               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
        <p:nvSpPr>
          <p:cNvPr id="4" name="TextBox 3">
            <a:extLst>
              <a:ext uri="{FF2B5EF4-FFF2-40B4-BE49-F238E27FC236}">
                <a16:creationId xmlns:a16="http://schemas.microsoft.com/office/drawing/2014/main" id="{234D3164-1BDA-B953-5933-3668B37199EA}"/>
              </a:ext>
            </a:extLst>
          </p:cNvPr>
          <p:cNvSpPr txBox="1"/>
          <p:nvPr/>
        </p:nvSpPr>
        <p:spPr>
          <a:xfrm>
            <a:off x="11269579" y="6424863"/>
            <a:ext cx="250390" cy="246221"/>
          </a:xfrm>
          <a:prstGeom prst="rect">
            <a:avLst/>
          </a:prstGeom>
          <a:noFill/>
        </p:spPr>
        <p:txBody>
          <a:bodyPr wrap="none" rtlCol="0">
            <a:spAutoFit/>
          </a:bodyPr>
          <a:lstStyle/>
          <a:p>
            <a:r>
              <a:rPr lang="en-IN" sz="1000" dirty="0"/>
              <a:t>1</a:t>
            </a:r>
          </a:p>
        </p:txBody>
      </p:sp>
      <p:sp>
        <p:nvSpPr>
          <p:cNvPr id="5" name="Date Placeholder 4">
            <a:extLst>
              <a:ext uri="{FF2B5EF4-FFF2-40B4-BE49-F238E27FC236}">
                <a16:creationId xmlns:a16="http://schemas.microsoft.com/office/drawing/2014/main" id="{0B1B0F67-6E4F-53E7-A281-47B18DB6B48D}"/>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4B78B518-5EC4-5481-43C7-F035982DD6C8}"/>
              </a:ext>
            </a:extLst>
          </p:cNvPr>
          <p:cNvSpPr>
            <a:spLocks noGrp="1"/>
          </p:cNvSpPr>
          <p:nvPr>
            <p:ph type="ftr" sz="quarter" idx="11"/>
          </p:nvPr>
        </p:nvSpPr>
        <p:spPr/>
        <p:txBody>
          <a:bodyPr/>
          <a:lstStyle/>
          <a:p>
            <a:r>
              <a:rPr lang="en-IN" dirty="0"/>
              <a:t>DEPT OF CSE(CY)</a:t>
            </a:r>
          </a:p>
        </p:txBody>
      </p:sp>
      <p:sp>
        <p:nvSpPr>
          <p:cNvPr id="10" name="TextBox 9">
            <a:extLst>
              <a:ext uri="{FF2B5EF4-FFF2-40B4-BE49-F238E27FC236}">
                <a16:creationId xmlns:a16="http://schemas.microsoft.com/office/drawing/2014/main" id="{3AB792BC-A01A-14C8-9264-F41D456BD881}"/>
              </a:ext>
            </a:extLst>
          </p:cNvPr>
          <p:cNvSpPr txBox="1"/>
          <p:nvPr/>
        </p:nvSpPr>
        <p:spPr>
          <a:xfrm>
            <a:off x="3581400" y="41916"/>
            <a:ext cx="5859379" cy="461665"/>
          </a:xfrm>
          <a:prstGeom prst="rect">
            <a:avLst/>
          </a:prstGeom>
          <a:noFill/>
        </p:spPr>
        <p:txBody>
          <a:bodyPr wrap="square" rtlCol="0">
            <a:spAutoFit/>
          </a:bodyPr>
          <a:lstStyle/>
          <a:p>
            <a:r>
              <a:rPr lang="en-US" sz="1200" dirty="0"/>
              <a:t> </a:t>
            </a:r>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a:p>
            <a:endParaRPr lang="en-IN" sz="1200" dirty="0"/>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2072331" y="1854151"/>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None/>
              <a:defRPr/>
            </a:pPr>
            <a:r>
              <a:rPr lang="en-US" b="1" dirty="0">
                <a:solidFill>
                  <a:srgbClr val="0070C0"/>
                </a:solidFill>
                <a:latin typeface="Times New Roman"/>
                <a:ea typeface="Times New Roman"/>
                <a:cs typeface="Times New Roman"/>
              </a:rPr>
              <a:t>Title:-Smart Examination Hall Mobile Activity Detection and Alert System using STM32</a:t>
            </a:r>
            <a:endParaRPr lang="en-US" dirty="0">
              <a:solidFill>
                <a:srgbClr val="0070C0"/>
              </a:solidFill>
            </a:endParaRPr>
          </a:p>
        </p:txBody>
      </p:sp>
      <p:sp>
        <p:nvSpPr>
          <p:cNvPr id="8" name="Google Shape;187;p1"/>
          <p:cNvSpPr txBox="1">
            <a:spLocks/>
          </p:cNvSpPr>
          <p:nvPr/>
        </p:nvSpPr>
        <p:spPr bwMode="auto">
          <a:xfrm>
            <a:off x="525576" y="3665320"/>
            <a:ext cx="8097055" cy="2038199"/>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No:4</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Members:</a:t>
            </a:r>
          </a:p>
          <a:p>
            <a:pPr marL="0" indent="0">
              <a:buNone/>
            </a:pPr>
            <a:r>
              <a:rPr lang="en-US" sz="1400" dirty="0">
                <a:solidFill>
                  <a:srgbClr val="C00000"/>
                </a:solidFill>
                <a:latin typeface="Times New Roman" panose="02020603050405020304" pitchFamily="18" charset="0"/>
                <a:cs typeface="Times New Roman" panose="02020603050405020304" pitchFamily="18" charset="0"/>
              </a:rPr>
              <a:t>                                  </a:t>
            </a:r>
            <a:r>
              <a:rPr lang="en-IN" sz="1400" dirty="0">
                <a:solidFill>
                  <a:srgbClr val="FF0000"/>
                </a:solidFill>
              </a:rPr>
              <a:t>ADORN PRADEEP – JEC24CC007</a:t>
            </a:r>
          </a:p>
          <a:p>
            <a:pPr marL="0" indent="0">
              <a:buNone/>
            </a:pPr>
            <a:r>
              <a:rPr lang="en-IN" sz="1400" dirty="0">
                <a:solidFill>
                  <a:srgbClr val="FF0000"/>
                </a:solidFill>
              </a:rPr>
              <a:t>                                      AISWARYA P S – JEC24CC010</a:t>
            </a:r>
          </a:p>
          <a:p>
            <a:pPr marL="0" indent="0">
              <a:buNone/>
            </a:pPr>
            <a:r>
              <a:rPr lang="en-IN" sz="1400" dirty="0">
                <a:solidFill>
                  <a:srgbClr val="FF0000"/>
                </a:solidFill>
              </a:rPr>
              <a:t>                                      JOYAL GEORGE JOSEPH – JEC24CC039</a:t>
            </a:r>
          </a:p>
          <a:p>
            <a:pPr marL="0" indent="0">
              <a:buNone/>
            </a:pPr>
            <a:r>
              <a:rPr lang="en-IN" sz="1400" dirty="0">
                <a:solidFill>
                  <a:srgbClr val="FF0000"/>
                </a:solidFill>
              </a:rPr>
              <a:t>                                       PRATHISHA V R – JEC24CC050</a:t>
            </a:r>
          </a:p>
          <a:p>
            <a:pPr marL="0" indent="0">
              <a:buNone/>
            </a:pPr>
            <a:r>
              <a:rPr lang="en-IN" sz="1400" dirty="0">
                <a:solidFill>
                  <a:srgbClr val="FF0000"/>
                </a:solidFill>
              </a:rPr>
              <a:t>                                       VISMAYA P S – JEC24CC062</a:t>
            </a:r>
          </a:p>
          <a:p>
            <a:pPr marL="114300" indent="0">
              <a:buSzPts val="1800"/>
              <a:buFont typeface="Arial" panose="020B0604020202020204" pitchFamily="34" charset="0"/>
              <a:buNone/>
              <a:defRPr/>
            </a:pPr>
            <a:endParaRPr lang="en-US" sz="1400" dirty="0">
              <a:solidFill>
                <a:srgbClr val="C00000"/>
              </a:solidFill>
              <a:latin typeface="Times New Roman" panose="02020603050405020304" pitchFamily="18" charset="0"/>
              <a:cs typeface="Times New Roman" panose="02020603050405020304" pitchFamily="18" charset="0"/>
            </a:endParaRPr>
          </a:p>
          <a:p>
            <a:pPr marL="114300" indent="0">
              <a:buSzPts val="1800"/>
              <a:buFont typeface="Arial" panose="020B0604020202020204" pitchFamily="34" charset="0"/>
              <a:buNone/>
              <a:defRPr/>
            </a:pPr>
            <a:r>
              <a:rPr lang="en-US" sz="1400" dirty="0">
                <a:solidFill>
                  <a:srgbClr val="C00000"/>
                </a:solidFill>
                <a:latin typeface="Times New Roman" panose="02020603050405020304" pitchFamily="18" charset="0"/>
                <a:cs typeface="Times New Roman" panose="02020603050405020304" pitchFamily="18" charset="0"/>
              </a:rPr>
              <a:t>                               </a:t>
            </a:r>
          </a:p>
          <a:p>
            <a:pPr marL="114300" indent="0">
              <a:buSzPts val="1800"/>
              <a:buFont typeface="Arial" panose="020B0604020202020204" pitchFamily="34" charset="0"/>
              <a:buNone/>
              <a:defRPr/>
            </a:pPr>
            <a:endParaRPr lang="en-US" sz="1400" dirty="0">
              <a:solidFill>
                <a:srgbClr val="C00000"/>
              </a:solidFill>
              <a:latin typeface="Times New Roman" panose="02020603050405020304" pitchFamily="18" charset="0"/>
              <a:cs typeface="Times New Roman" panose="02020603050405020304" pitchFamily="18" charset="0"/>
            </a:endParaRPr>
          </a:p>
          <a:p>
            <a:pPr marL="114300" indent="0">
              <a:buSzPts val="1800"/>
              <a:buFont typeface="Arial" panose="020B0604020202020204" pitchFamily="34" charset="0"/>
              <a:buNone/>
              <a:defRPr/>
            </a:pPr>
            <a:r>
              <a:rPr lang="en-US" sz="1400" dirty="0">
                <a:solidFill>
                  <a:srgbClr val="C00000"/>
                </a:solidFill>
                <a:latin typeface="Times New Roman" panose="02020603050405020304" pitchFamily="18" charset="0"/>
                <a:cs typeface="Times New Roman" panose="02020603050405020304" pitchFamily="18" charset="0"/>
              </a:rPr>
              <a:t>                                  </a:t>
            </a:r>
          </a:p>
        </p:txBody>
      </p:sp>
      <p:sp>
        <p:nvSpPr>
          <p:cNvPr id="9" name="Google Shape;186;p1"/>
          <p:cNvSpPr txBox="1">
            <a:spLocks/>
          </p:cNvSpPr>
          <p:nvPr/>
        </p:nvSpPr>
        <p:spPr bwMode="auto">
          <a:xfrm>
            <a:off x="8326285" y="4701804"/>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
        <p:nvSpPr>
          <p:cNvPr id="10" name="TextBox 9">
            <a:extLst>
              <a:ext uri="{FF2B5EF4-FFF2-40B4-BE49-F238E27FC236}">
                <a16:creationId xmlns:a16="http://schemas.microsoft.com/office/drawing/2014/main" id="{46D25E07-BCFE-4961-6EF6-FEA48C3B975E}"/>
              </a:ext>
            </a:extLst>
          </p:cNvPr>
          <p:cNvSpPr txBox="1"/>
          <p:nvPr/>
        </p:nvSpPr>
        <p:spPr>
          <a:xfrm rot="6024906">
            <a:off x="3086100" y="3454279"/>
            <a:ext cx="6172200" cy="246221"/>
          </a:xfrm>
          <a:prstGeom prst="rect">
            <a:avLst/>
          </a:prstGeom>
          <a:noFill/>
        </p:spPr>
        <p:txBody>
          <a:bodyPr wrap="square">
            <a:spAutoFit/>
          </a:bodyPr>
          <a:lstStyle/>
          <a:p>
            <a:r>
              <a:rPr lang="en-IN" sz="1000" dirty="0"/>
              <a:t>2</a:t>
            </a:r>
          </a:p>
        </p:txBody>
      </p:sp>
      <p:sp>
        <p:nvSpPr>
          <p:cNvPr id="11" name="TextBox 10">
            <a:extLst>
              <a:ext uri="{FF2B5EF4-FFF2-40B4-BE49-F238E27FC236}">
                <a16:creationId xmlns:a16="http://schemas.microsoft.com/office/drawing/2014/main" id="{40FAAAAA-B5DC-10A2-D413-E03173316949}"/>
              </a:ext>
            </a:extLst>
          </p:cNvPr>
          <p:cNvSpPr txBox="1"/>
          <p:nvPr/>
        </p:nvSpPr>
        <p:spPr>
          <a:xfrm>
            <a:off x="11787310" y="6415801"/>
            <a:ext cx="250390" cy="246221"/>
          </a:xfrm>
          <a:prstGeom prst="rect">
            <a:avLst/>
          </a:prstGeom>
          <a:noFill/>
        </p:spPr>
        <p:txBody>
          <a:bodyPr wrap="none" rtlCol="0">
            <a:spAutoFit/>
          </a:bodyPr>
          <a:lstStyle/>
          <a:p>
            <a:r>
              <a:rPr lang="en-IN" sz="1000" dirty="0"/>
              <a:t>2</a:t>
            </a:r>
          </a:p>
        </p:txBody>
      </p:sp>
      <p:sp>
        <p:nvSpPr>
          <p:cNvPr id="12" name="Date Placeholder 11">
            <a:extLst>
              <a:ext uri="{FF2B5EF4-FFF2-40B4-BE49-F238E27FC236}">
                <a16:creationId xmlns:a16="http://schemas.microsoft.com/office/drawing/2014/main" id="{E1DC3005-AA88-C7DD-C71D-506B87F3D048}"/>
              </a:ext>
            </a:extLst>
          </p:cNvPr>
          <p:cNvSpPr>
            <a:spLocks noGrp="1"/>
          </p:cNvSpPr>
          <p:nvPr>
            <p:ph type="dt" sz="half" idx="10"/>
          </p:nvPr>
        </p:nvSpPr>
        <p:spPr/>
        <p:txBody>
          <a:bodyPr/>
          <a:lstStyle/>
          <a:p>
            <a:r>
              <a:rPr lang="en-US"/>
              <a:t>30-7-2026</a:t>
            </a:r>
            <a:endParaRPr lang="en-IN"/>
          </a:p>
        </p:txBody>
      </p:sp>
      <p:sp>
        <p:nvSpPr>
          <p:cNvPr id="13" name="Footer Placeholder 12">
            <a:extLst>
              <a:ext uri="{FF2B5EF4-FFF2-40B4-BE49-F238E27FC236}">
                <a16:creationId xmlns:a16="http://schemas.microsoft.com/office/drawing/2014/main" id="{64D6751E-A9F7-5DD9-D764-20A1C80B0460}"/>
              </a:ext>
            </a:extLst>
          </p:cNvPr>
          <p:cNvSpPr>
            <a:spLocks noGrp="1"/>
          </p:cNvSpPr>
          <p:nvPr>
            <p:ph type="ftr" sz="quarter" idx="11"/>
          </p:nvPr>
        </p:nvSpPr>
        <p:spPr/>
        <p:txBody>
          <a:bodyPr/>
          <a:lstStyle/>
          <a:p>
            <a:r>
              <a:rPr lang="en-IN" dirty="0"/>
              <a:t>DEPT OF CSE(CY)</a:t>
            </a:r>
          </a:p>
        </p:txBody>
      </p:sp>
      <p:sp>
        <p:nvSpPr>
          <p:cNvPr id="16" name="TextBox 15">
            <a:extLst>
              <a:ext uri="{FF2B5EF4-FFF2-40B4-BE49-F238E27FC236}">
                <a16:creationId xmlns:a16="http://schemas.microsoft.com/office/drawing/2014/main" id="{622E7879-BC28-1D4D-EF03-04E19716CEF4}"/>
              </a:ext>
            </a:extLst>
          </p:cNvPr>
          <p:cNvSpPr txBox="1"/>
          <p:nvPr/>
        </p:nvSpPr>
        <p:spPr>
          <a:xfrm>
            <a:off x="3581400" y="41916"/>
            <a:ext cx="8779012"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2786"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
        <p:nvSpPr>
          <p:cNvPr id="4" name="TextBox 3">
            <a:extLst>
              <a:ext uri="{FF2B5EF4-FFF2-40B4-BE49-F238E27FC236}">
                <a16:creationId xmlns:a16="http://schemas.microsoft.com/office/drawing/2014/main" id="{47A0E89B-D820-0815-BCCE-D2C1C555EBD8}"/>
              </a:ext>
            </a:extLst>
          </p:cNvPr>
          <p:cNvSpPr txBox="1"/>
          <p:nvPr/>
        </p:nvSpPr>
        <p:spPr>
          <a:xfrm>
            <a:off x="11686689" y="6352143"/>
            <a:ext cx="250390" cy="246221"/>
          </a:xfrm>
          <a:prstGeom prst="rect">
            <a:avLst/>
          </a:prstGeom>
          <a:noFill/>
        </p:spPr>
        <p:txBody>
          <a:bodyPr wrap="none" rtlCol="0">
            <a:spAutoFit/>
          </a:bodyPr>
          <a:lstStyle/>
          <a:p>
            <a:r>
              <a:rPr lang="en-IN" sz="1000" dirty="0"/>
              <a:t>3</a:t>
            </a:r>
          </a:p>
        </p:txBody>
      </p:sp>
      <p:sp>
        <p:nvSpPr>
          <p:cNvPr id="5" name="Date Placeholder 4">
            <a:extLst>
              <a:ext uri="{FF2B5EF4-FFF2-40B4-BE49-F238E27FC236}">
                <a16:creationId xmlns:a16="http://schemas.microsoft.com/office/drawing/2014/main" id="{FCBAA467-1C2F-D243-FBF5-75A5092D1894}"/>
              </a:ext>
            </a:extLst>
          </p:cNvPr>
          <p:cNvSpPr>
            <a:spLocks noGrp="1"/>
          </p:cNvSpPr>
          <p:nvPr>
            <p:ph type="dt" sz="half" idx="10"/>
          </p:nvPr>
        </p:nvSpPr>
        <p:spPr/>
        <p:txBody>
          <a:bodyPr/>
          <a:lstStyle/>
          <a:p>
            <a:r>
              <a:rPr lang="en-US"/>
              <a:t>30-7-2026</a:t>
            </a:r>
            <a:endParaRPr lang="en-IN"/>
          </a:p>
        </p:txBody>
      </p:sp>
      <p:sp>
        <p:nvSpPr>
          <p:cNvPr id="7" name="Footer Placeholder 6">
            <a:extLst>
              <a:ext uri="{FF2B5EF4-FFF2-40B4-BE49-F238E27FC236}">
                <a16:creationId xmlns:a16="http://schemas.microsoft.com/office/drawing/2014/main" id="{1F18A4CD-3415-5CAA-3328-426B5097B750}"/>
              </a:ext>
            </a:extLst>
          </p:cNvPr>
          <p:cNvSpPr>
            <a:spLocks noGrp="1"/>
          </p:cNvSpPr>
          <p:nvPr>
            <p:ph type="ftr" sz="quarter" idx="11"/>
          </p:nvPr>
        </p:nvSpPr>
        <p:spPr/>
        <p:txBody>
          <a:bodyPr/>
          <a:lstStyle/>
          <a:p>
            <a:r>
              <a:rPr lang="en-IN"/>
              <a:t>DEPT OF CSE(CY)</a:t>
            </a:r>
          </a:p>
        </p:txBody>
      </p:sp>
      <p:sp>
        <p:nvSpPr>
          <p:cNvPr id="9" name="TextBox 8">
            <a:extLst>
              <a:ext uri="{FF2B5EF4-FFF2-40B4-BE49-F238E27FC236}">
                <a16:creationId xmlns:a16="http://schemas.microsoft.com/office/drawing/2014/main" id="{DEBDD9BE-836A-8CFD-BCFC-A8986F94C7AD}"/>
              </a:ext>
            </a:extLst>
          </p:cNvPr>
          <p:cNvSpPr txBox="1"/>
          <p:nvPr/>
        </p:nvSpPr>
        <p:spPr>
          <a:xfrm>
            <a:off x="3280611" y="0"/>
            <a:ext cx="8807115"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a:xfrm flipV="1">
            <a:off x="12697325" y="1690688"/>
            <a:ext cx="343171" cy="138112"/>
          </a:xfrm>
        </p:spPr>
        <p:txBody>
          <a:bodyPr>
            <a:normAutofit fontScale="90000"/>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7399" y="413929"/>
            <a:ext cx="10579260" cy="1747701"/>
          </a:xfrm>
          <a:prstGeom prst="rect">
            <a:avLst/>
          </a:prstGeom>
        </p:spPr>
      </p:pic>
      <p:sp>
        <p:nvSpPr>
          <p:cNvPr id="7" name="TextBox 6">
            <a:extLst>
              <a:ext uri="{FF2B5EF4-FFF2-40B4-BE49-F238E27FC236}">
                <a16:creationId xmlns:a16="http://schemas.microsoft.com/office/drawing/2014/main" id="{A137D9A4-0A25-942C-A1FC-FA157E17C975}"/>
              </a:ext>
            </a:extLst>
          </p:cNvPr>
          <p:cNvSpPr txBox="1"/>
          <p:nvPr/>
        </p:nvSpPr>
        <p:spPr>
          <a:xfrm>
            <a:off x="11626269" y="6448488"/>
            <a:ext cx="250390" cy="246221"/>
          </a:xfrm>
          <a:prstGeom prst="rect">
            <a:avLst/>
          </a:prstGeom>
          <a:noFill/>
        </p:spPr>
        <p:txBody>
          <a:bodyPr wrap="none" rtlCol="0">
            <a:spAutoFit/>
          </a:bodyPr>
          <a:lstStyle/>
          <a:p>
            <a:r>
              <a:rPr lang="en-IN" sz="1000" dirty="0"/>
              <a:t>4</a:t>
            </a:r>
          </a:p>
        </p:txBody>
      </p:sp>
      <p:sp>
        <p:nvSpPr>
          <p:cNvPr id="8" name="Date Placeholder 7">
            <a:extLst>
              <a:ext uri="{FF2B5EF4-FFF2-40B4-BE49-F238E27FC236}">
                <a16:creationId xmlns:a16="http://schemas.microsoft.com/office/drawing/2014/main" id="{5046997C-6C0B-DAA2-7E12-8DDCC21EEA3B}"/>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679EA4A6-D448-0AB0-A31F-199628C173F1}"/>
              </a:ext>
            </a:extLst>
          </p:cNvPr>
          <p:cNvSpPr>
            <a:spLocks noGrp="1"/>
          </p:cNvSpPr>
          <p:nvPr>
            <p:ph type="ftr" sz="quarter" idx="11"/>
          </p:nvPr>
        </p:nvSpPr>
        <p:spPr/>
        <p:txBody>
          <a:bodyPr/>
          <a:lstStyle/>
          <a:p>
            <a:r>
              <a:rPr lang="en-IN"/>
              <a:t>DEPT OF CSE(CY)</a:t>
            </a:r>
          </a:p>
        </p:txBody>
      </p:sp>
      <p:sp>
        <p:nvSpPr>
          <p:cNvPr id="10" name="TextBox 9">
            <a:extLst>
              <a:ext uri="{FF2B5EF4-FFF2-40B4-BE49-F238E27FC236}">
                <a16:creationId xmlns:a16="http://schemas.microsoft.com/office/drawing/2014/main" id="{E05623FA-AF1B-4271-70B8-F0ACB602FCB7}"/>
              </a:ext>
            </a:extLst>
          </p:cNvPr>
          <p:cNvSpPr txBox="1"/>
          <p:nvPr/>
        </p:nvSpPr>
        <p:spPr>
          <a:xfrm>
            <a:off x="3871784" y="78299"/>
            <a:ext cx="8237838"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
        <p:nvSpPr>
          <p:cNvPr id="5" name="TextBox 4">
            <a:extLst>
              <a:ext uri="{FF2B5EF4-FFF2-40B4-BE49-F238E27FC236}">
                <a16:creationId xmlns:a16="http://schemas.microsoft.com/office/drawing/2014/main" id="{0D1510FA-3980-47B7-4474-BE333FD5F4DA}"/>
              </a:ext>
            </a:extLst>
          </p:cNvPr>
          <p:cNvSpPr txBox="1"/>
          <p:nvPr/>
        </p:nvSpPr>
        <p:spPr>
          <a:xfrm>
            <a:off x="11601190" y="6352143"/>
            <a:ext cx="250390" cy="246221"/>
          </a:xfrm>
          <a:prstGeom prst="rect">
            <a:avLst/>
          </a:prstGeom>
          <a:noFill/>
        </p:spPr>
        <p:txBody>
          <a:bodyPr wrap="none" rtlCol="0">
            <a:spAutoFit/>
          </a:bodyPr>
          <a:lstStyle/>
          <a:p>
            <a:r>
              <a:rPr lang="en-IN" sz="1000" dirty="0"/>
              <a:t>5</a:t>
            </a:r>
          </a:p>
        </p:txBody>
      </p:sp>
      <p:sp>
        <p:nvSpPr>
          <p:cNvPr id="7" name="Date Placeholder 6">
            <a:extLst>
              <a:ext uri="{FF2B5EF4-FFF2-40B4-BE49-F238E27FC236}">
                <a16:creationId xmlns:a16="http://schemas.microsoft.com/office/drawing/2014/main" id="{C03C7681-BF2F-DA74-BAAE-ACF3BA1AC95C}"/>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929A12BF-4A7D-EF99-13AC-D42D393DC424}"/>
              </a:ext>
            </a:extLst>
          </p:cNvPr>
          <p:cNvSpPr>
            <a:spLocks noGrp="1"/>
          </p:cNvSpPr>
          <p:nvPr>
            <p:ph type="ftr" sz="quarter" idx="11"/>
          </p:nvPr>
        </p:nvSpPr>
        <p:spPr/>
        <p:txBody>
          <a:bodyPr/>
          <a:lstStyle/>
          <a:p>
            <a:r>
              <a:rPr lang="en-IN"/>
              <a:t>DEPT OF CSE(CY)</a:t>
            </a:r>
          </a:p>
        </p:txBody>
      </p:sp>
      <p:sp>
        <p:nvSpPr>
          <p:cNvPr id="9" name="TextBox 8">
            <a:extLst>
              <a:ext uri="{FF2B5EF4-FFF2-40B4-BE49-F238E27FC236}">
                <a16:creationId xmlns:a16="http://schemas.microsoft.com/office/drawing/2014/main" id="{843A28DA-0025-C7B7-EDAC-312861FD028B}"/>
              </a:ext>
            </a:extLst>
          </p:cNvPr>
          <p:cNvSpPr txBox="1"/>
          <p:nvPr/>
        </p:nvSpPr>
        <p:spPr>
          <a:xfrm>
            <a:off x="3581400" y="27631"/>
            <a:ext cx="8474242"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243143"/>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
        <p:nvSpPr>
          <p:cNvPr id="4" name="TextBox 3">
            <a:extLst>
              <a:ext uri="{FF2B5EF4-FFF2-40B4-BE49-F238E27FC236}">
                <a16:creationId xmlns:a16="http://schemas.microsoft.com/office/drawing/2014/main" id="{8FC6968D-4C8F-105A-40CA-9FEC0D76C439}"/>
              </a:ext>
            </a:extLst>
          </p:cNvPr>
          <p:cNvSpPr txBox="1"/>
          <p:nvPr/>
        </p:nvSpPr>
        <p:spPr>
          <a:xfrm>
            <a:off x="11706096" y="6415801"/>
            <a:ext cx="250390" cy="246221"/>
          </a:xfrm>
          <a:prstGeom prst="rect">
            <a:avLst/>
          </a:prstGeom>
          <a:noFill/>
        </p:spPr>
        <p:txBody>
          <a:bodyPr wrap="none" rtlCol="0">
            <a:spAutoFit/>
          </a:bodyPr>
          <a:lstStyle/>
          <a:p>
            <a:r>
              <a:rPr lang="en-IN" sz="1000" dirty="0"/>
              <a:t>6</a:t>
            </a:r>
          </a:p>
        </p:txBody>
      </p:sp>
      <p:sp>
        <p:nvSpPr>
          <p:cNvPr id="7" name="Date Placeholder 6">
            <a:extLst>
              <a:ext uri="{FF2B5EF4-FFF2-40B4-BE49-F238E27FC236}">
                <a16:creationId xmlns:a16="http://schemas.microsoft.com/office/drawing/2014/main" id="{A7FCB41C-1FE4-C174-E9BD-791FB63EE808}"/>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2F208C4D-05B1-73D8-D230-E4E7BF789A9E}"/>
              </a:ext>
            </a:extLst>
          </p:cNvPr>
          <p:cNvSpPr>
            <a:spLocks noGrp="1"/>
          </p:cNvSpPr>
          <p:nvPr>
            <p:ph type="ftr" sz="quarter" idx="11"/>
          </p:nvPr>
        </p:nvSpPr>
        <p:spPr/>
        <p:txBody>
          <a:bodyPr/>
          <a:lstStyle/>
          <a:p>
            <a:r>
              <a:rPr lang="en-IN"/>
              <a:t>DEPT OF CSE(CY)</a:t>
            </a:r>
          </a:p>
        </p:txBody>
      </p:sp>
      <p:sp>
        <p:nvSpPr>
          <p:cNvPr id="10" name="TextBox 9">
            <a:extLst>
              <a:ext uri="{FF2B5EF4-FFF2-40B4-BE49-F238E27FC236}">
                <a16:creationId xmlns:a16="http://schemas.microsoft.com/office/drawing/2014/main" id="{ACCEDBA4-C841-BF93-0C5A-C1E5ACFE02CD}"/>
              </a:ext>
            </a:extLst>
          </p:cNvPr>
          <p:cNvSpPr txBox="1"/>
          <p:nvPr/>
        </p:nvSpPr>
        <p:spPr>
          <a:xfrm>
            <a:off x="3581401" y="7440"/>
            <a:ext cx="5787188"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
        <p:nvSpPr>
          <p:cNvPr id="5" name="TextBox 4">
            <a:extLst>
              <a:ext uri="{FF2B5EF4-FFF2-40B4-BE49-F238E27FC236}">
                <a16:creationId xmlns:a16="http://schemas.microsoft.com/office/drawing/2014/main" id="{7C29D64F-353C-6E96-837C-1326DA97C8E1}"/>
              </a:ext>
            </a:extLst>
          </p:cNvPr>
          <p:cNvSpPr txBox="1"/>
          <p:nvPr/>
        </p:nvSpPr>
        <p:spPr>
          <a:xfrm>
            <a:off x="11470511" y="6415801"/>
            <a:ext cx="250390" cy="246221"/>
          </a:xfrm>
          <a:prstGeom prst="rect">
            <a:avLst/>
          </a:prstGeom>
          <a:noFill/>
        </p:spPr>
        <p:txBody>
          <a:bodyPr wrap="none" rtlCol="0">
            <a:spAutoFit/>
          </a:bodyPr>
          <a:lstStyle/>
          <a:p>
            <a:r>
              <a:rPr lang="en-IN" sz="1000" dirty="0"/>
              <a:t>7</a:t>
            </a:r>
          </a:p>
        </p:txBody>
      </p:sp>
      <p:sp>
        <p:nvSpPr>
          <p:cNvPr id="7" name="Date Placeholder 6">
            <a:extLst>
              <a:ext uri="{FF2B5EF4-FFF2-40B4-BE49-F238E27FC236}">
                <a16:creationId xmlns:a16="http://schemas.microsoft.com/office/drawing/2014/main" id="{BAA1CF67-B5A0-C0E7-8C56-0AF6D01812B5}"/>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ADFB81CF-CEE9-8F03-DB3D-97A0613A4850}"/>
              </a:ext>
            </a:extLst>
          </p:cNvPr>
          <p:cNvSpPr>
            <a:spLocks noGrp="1"/>
          </p:cNvSpPr>
          <p:nvPr>
            <p:ph type="ftr" sz="quarter" idx="11"/>
          </p:nvPr>
        </p:nvSpPr>
        <p:spPr/>
        <p:txBody>
          <a:bodyPr/>
          <a:lstStyle/>
          <a:p>
            <a:r>
              <a:rPr lang="en-IN"/>
              <a:t>DEPT OF CSE(CY)</a:t>
            </a:r>
          </a:p>
        </p:txBody>
      </p:sp>
      <p:sp>
        <p:nvSpPr>
          <p:cNvPr id="9" name="TextBox 8">
            <a:extLst>
              <a:ext uri="{FF2B5EF4-FFF2-40B4-BE49-F238E27FC236}">
                <a16:creationId xmlns:a16="http://schemas.microsoft.com/office/drawing/2014/main" id="{42880F8B-3D0A-644E-19A9-1A0BBE09A53A}"/>
              </a:ext>
            </a:extLst>
          </p:cNvPr>
          <p:cNvSpPr txBox="1"/>
          <p:nvPr/>
        </p:nvSpPr>
        <p:spPr>
          <a:xfrm>
            <a:off x="3581400" y="12311"/>
            <a:ext cx="5883441" cy="461665"/>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a:p>
            <a:endParaRPr lang="en-IN" sz="1200"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
        <p:nvSpPr>
          <p:cNvPr id="4" name="TextBox 3">
            <a:extLst>
              <a:ext uri="{FF2B5EF4-FFF2-40B4-BE49-F238E27FC236}">
                <a16:creationId xmlns:a16="http://schemas.microsoft.com/office/drawing/2014/main" id="{473E83AF-81B7-215D-D773-9C78B692509E}"/>
              </a:ext>
            </a:extLst>
          </p:cNvPr>
          <p:cNvSpPr txBox="1"/>
          <p:nvPr/>
        </p:nvSpPr>
        <p:spPr>
          <a:xfrm>
            <a:off x="11575148" y="6415801"/>
            <a:ext cx="250390" cy="246221"/>
          </a:xfrm>
          <a:prstGeom prst="rect">
            <a:avLst/>
          </a:prstGeom>
          <a:noFill/>
        </p:spPr>
        <p:txBody>
          <a:bodyPr wrap="none" rtlCol="0">
            <a:spAutoFit/>
          </a:bodyPr>
          <a:lstStyle/>
          <a:p>
            <a:r>
              <a:rPr lang="en-IN" sz="1000" dirty="0"/>
              <a:t>8</a:t>
            </a:r>
          </a:p>
        </p:txBody>
      </p:sp>
      <p:sp>
        <p:nvSpPr>
          <p:cNvPr id="7" name="Date Placeholder 6">
            <a:extLst>
              <a:ext uri="{FF2B5EF4-FFF2-40B4-BE49-F238E27FC236}">
                <a16:creationId xmlns:a16="http://schemas.microsoft.com/office/drawing/2014/main" id="{AAC34EE3-40E4-E05E-6698-B021CFF475C9}"/>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4FDB86DC-41A3-721E-2120-DCA5F9873642}"/>
              </a:ext>
            </a:extLst>
          </p:cNvPr>
          <p:cNvSpPr>
            <a:spLocks noGrp="1"/>
          </p:cNvSpPr>
          <p:nvPr>
            <p:ph type="ftr" sz="quarter" idx="11"/>
          </p:nvPr>
        </p:nvSpPr>
        <p:spPr/>
        <p:txBody>
          <a:bodyPr/>
          <a:lstStyle/>
          <a:p>
            <a:r>
              <a:rPr lang="en-IN"/>
              <a:t>DEPT OF CSE(CY)</a:t>
            </a:r>
          </a:p>
        </p:txBody>
      </p:sp>
      <p:sp>
        <p:nvSpPr>
          <p:cNvPr id="9" name="TextBox 8">
            <a:extLst>
              <a:ext uri="{FF2B5EF4-FFF2-40B4-BE49-F238E27FC236}">
                <a16:creationId xmlns:a16="http://schemas.microsoft.com/office/drawing/2014/main" id="{D3640828-4894-A113-8D1D-66A34B8F8F33}"/>
              </a:ext>
            </a:extLst>
          </p:cNvPr>
          <p:cNvSpPr txBox="1"/>
          <p:nvPr/>
        </p:nvSpPr>
        <p:spPr>
          <a:xfrm>
            <a:off x="3581400" y="0"/>
            <a:ext cx="7069053"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
        <p:nvSpPr>
          <p:cNvPr id="5" name="TextBox 4">
            <a:extLst>
              <a:ext uri="{FF2B5EF4-FFF2-40B4-BE49-F238E27FC236}">
                <a16:creationId xmlns:a16="http://schemas.microsoft.com/office/drawing/2014/main" id="{B4D7E635-1DEE-428A-DBCE-3E27333037E7}"/>
              </a:ext>
            </a:extLst>
          </p:cNvPr>
          <p:cNvSpPr txBox="1"/>
          <p:nvPr/>
        </p:nvSpPr>
        <p:spPr>
          <a:xfrm>
            <a:off x="11606463" y="6415801"/>
            <a:ext cx="250390" cy="246221"/>
          </a:xfrm>
          <a:prstGeom prst="rect">
            <a:avLst/>
          </a:prstGeom>
          <a:noFill/>
        </p:spPr>
        <p:txBody>
          <a:bodyPr wrap="none" rtlCol="0">
            <a:spAutoFit/>
          </a:bodyPr>
          <a:lstStyle/>
          <a:p>
            <a:r>
              <a:rPr lang="en-IN" sz="1000" dirty="0"/>
              <a:t>9</a:t>
            </a:r>
          </a:p>
        </p:txBody>
      </p:sp>
      <p:sp>
        <p:nvSpPr>
          <p:cNvPr id="7" name="Date Placeholder 6">
            <a:extLst>
              <a:ext uri="{FF2B5EF4-FFF2-40B4-BE49-F238E27FC236}">
                <a16:creationId xmlns:a16="http://schemas.microsoft.com/office/drawing/2014/main" id="{217466EE-40A1-6FB7-C145-32B21C06F352}"/>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553E2F0D-4490-738C-789F-0490AC87C702}"/>
              </a:ext>
            </a:extLst>
          </p:cNvPr>
          <p:cNvSpPr>
            <a:spLocks noGrp="1"/>
          </p:cNvSpPr>
          <p:nvPr>
            <p:ph type="ftr" sz="quarter" idx="11"/>
          </p:nvPr>
        </p:nvSpPr>
        <p:spPr/>
        <p:txBody>
          <a:bodyPr/>
          <a:lstStyle/>
          <a:p>
            <a:r>
              <a:rPr lang="en-IN"/>
              <a:t>DEPT OF CSE(CY)</a:t>
            </a:r>
          </a:p>
        </p:txBody>
      </p:sp>
      <p:sp>
        <p:nvSpPr>
          <p:cNvPr id="9" name="TextBox 8">
            <a:extLst>
              <a:ext uri="{FF2B5EF4-FFF2-40B4-BE49-F238E27FC236}">
                <a16:creationId xmlns:a16="http://schemas.microsoft.com/office/drawing/2014/main" id="{8E5878BA-4BD8-91E7-8CE5-1A8486A8AAE4}"/>
              </a:ext>
            </a:extLst>
          </p:cNvPr>
          <p:cNvSpPr txBox="1"/>
          <p:nvPr/>
        </p:nvSpPr>
        <p:spPr>
          <a:xfrm>
            <a:off x="3505200" y="0"/>
            <a:ext cx="5710989"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489284" y="1990845"/>
            <a:ext cx="9505275" cy="819154"/>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4" name="TextBox 3">
            <a:extLst>
              <a:ext uri="{FF2B5EF4-FFF2-40B4-BE49-F238E27FC236}">
                <a16:creationId xmlns:a16="http://schemas.microsoft.com/office/drawing/2014/main" id="{9459D846-B6A9-95F2-DE33-99D74290C130}"/>
              </a:ext>
            </a:extLst>
          </p:cNvPr>
          <p:cNvSpPr txBox="1"/>
          <p:nvPr/>
        </p:nvSpPr>
        <p:spPr>
          <a:xfrm>
            <a:off x="2510589" y="3080372"/>
            <a:ext cx="7988969" cy="2246769"/>
          </a:xfrm>
          <a:prstGeom prst="rect">
            <a:avLst/>
          </a:prstGeom>
          <a:noFill/>
        </p:spPr>
        <p:txBody>
          <a:bodyPr wrap="square">
            <a:spAutoFit/>
          </a:bodyPr>
          <a:lstStyle/>
          <a:p>
            <a:pPr marL="457200" indent="-457200">
              <a:buFont typeface="Arial" panose="020B0604020202020204" pitchFamily="34" charset="0"/>
              <a:buChar char="•"/>
            </a:pPr>
            <a:r>
              <a:rPr lang="en-US" sz="2800" dirty="0"/>
              <a:t>Prevent mobile phone misuse in exams.</a:t>
            </a:r>
          </a:p>
          <a:p>
            <a:pPr marL="457200" indent="-457200">
              <a:buFont typeface="Arial" panose="020B0604020202020204" pitchFamily="34" charset="0"/>
              <a:buChar char="•"/>
            </a:pPr>
            <a:r>
              <a:rPr lang="en-US" sz="2800" dirty="0"/>
              <a:t>Detect active mobile signals instantly.</a:t>
            </a:r>
          </a:p>
          <a:p>
            <a:pPr marL="457200" indent="-457200">
              <a:buFont typeface="Arial" panose="020B0604020202020204" pitchFamily="34" charset="0"/>
              <a:buChar char="•"/>
            </a:pPr>
            <a:r>
              <a:rPr lang="en-US" sz="2800" dirty="0"/>
              <a:t>Improve examination security.</a:t>
            </a:r>
          </a:p>
          <a:p>
            <a:pPr marL="457200" indent="-457200">
              <a:buFont typeface="Arial" panose="020B0604020202020204" pitchFamily="34" charset="0"/>
              <a:buChar char="•"/>
            </a:pPr>
            <a:r>
              <a:rPr lang="en-US" sz="2800" dirty="0"/>
              <a:t>Assist invigilators with real-time alerts.</a:t>
            </a:r>
          </a:p>
          <a:p>
            <a:pPr marL="457200" indent="-457200">
              <a:buFont typeface="Arial" panose="020B0604020202020204" pitchFamily="34" charset="0"/>
              <a:buChar char="•"/>
            </a:pPr>
            <a:r>
              <a:rPr lang="en-US" sz="2800" dirty="0"/>
              <a:t>Low-cost and reliable STM32-based solution.</a:t>
            </a:r>
            <a:endParaRPr lang="en-IN" sz="2800" dirty="0"/>
          </a:p>
        </p:txBody>
      </p:sp>
      <p:sp>
        <p:nvSpPr>
          <p:cNvPr id="2" name="TextBox 1">
            <a:extLst>
              <a:ext uri="{FF2B5EF4-FFF2-40B4-BE49-F238E27FC236}">
                <a16:creationId xmlns:a16="http://schemas.microsoft.com/office/drawing/2014/main" id="{DD8EB5FD-901B-FAB3-F006-1606CD7EA727}"/>
              </a:ext>
            </a:extLst>
          </p:cNvPr>
          <p:cNvSpPr txBox="1"/>
          <p:nvPr/>
        </p:nvSpPr>
        <p:spPr>
          <a:xfrm>
            <a:off x="11686673" y="6415801"/>
            <a:ext cx="316112" cy="246221"/>
          </a:xfrm>
          <a:prstGeom prst="rect">
            <a:avLst/>
          </a:prstGeom>
          <a:noFill/>
        </p:spPr>
        <p:txBody>
          <a:bodyPr wrap="none" rtlCol="0">
            <a:spAutoFit/>
          </a:bodyPr>
          <a:lstStyle/>
          <a:p>
            <a:r>
              <a:rPr lang="en-IN" sz="1000" dirty="0"/>
              <a:t>10</a:t>
            </a:r>
          </a:p>
        </p:txBody>
      </p:sp>
      <p:sp>
        <p:nvSpPr>
          <p:cNvPr id="8" name="Date Placeholder 7">
            <a:extLst>
              <a:ext uri="{FF2B5EF4-FFF2-40B4-BE49-F238E27FC236}">
                <a16:creationId xmlns:a16="http://schemas.microsoft.com/office/drawing/2014/main" id="{A71FA889-EFC0-974F-AAB2-23736968FBC8}"/>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9392F776-772B-CBA7-E25D-F208F1A55A5C}"/>
              </a:ext>
            </a:extLst>
          </p:cNvPr>
          <p:cNvSpPr>
            <a:spLocks noGrp="1"/>
          </p:cNvSpPr>
          <p:nvPr>
            <p:ph type="ftr" sz="quarter" idx="11"/>
          </p:nvPr>
        </p:nvSpPr>
        <p:spPr/>
        <p:txBody>
          <a:bodyPr/>
          <a:lstStyle/>
          <a:p>
            <a:r>
              <a:rPr lang="en-IN"/>
              <a:t>DEPT OF CSE(CY)</a:t>
            </a:r>
          </a:p>
        </p:txBody>
      </p:sp>
      <p:sp>
        <p:nvSpPr>
          <p:cNvPr id="10" name="TextBox 9">
            <a:extLst>
              <a:ext uri="{FF2B5EF4-FFF2-40B4-BE49-F238E27FC236}">
                <a16:creationId xmlns:a16="http://schemas.microsoft.com/office/drawing/2014/main" id="{BBD6E70B-F994-0158-0472-F59414B130BA}"/>
              </a:ext>
            </a:extLst>
          </p:cNvPr>
          <p:cNvSpPr txBox="1"/>
          <p:nvPr/>
        </p:nvSpPr>
        <p:spPr>
          <a:xfrm>
            <a:off x="3581400" y="0"/>
            <a:ext cx="5851357"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070319"/>
            <a:ext cx="8229240" cy="628135"/>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4" name="TextBox 3">
            <a:extLst>
              <a:ext uri="{FF2B5EF4-FFF2-40B4-BE49-F238E27FC236}">
                <a16:creationId xmlns:a16="http://schemas.microsoft.com/office/drawing/2014/main" id="{9A0ABC5C-674C-128D-1D32-675D335BBE5A}"/>
              </a:ext>
            </a:extLst>
          </p:cNvPr>
          <p:cNvSpPr txBox="1"/>
          <p:nvPr/>
        </p:nvSpPr>
        <p:spPr>
          <a:xfrm>
            <a:off x="2799347" y="3010539"/>
            <a:ext cx="8229240" cy="2677656"/>
          </a:xfrm>
          <a:prstGeom prst="rect">
            <a:avLst/>
          </a:prstGeom>
          <a:noFill/>
        </p:spPr>
        <p:txBody>
          <a:bodyPr wrap="square">
            <a:spAutoFit/>
          </a:bodyPr>
          <a:lstStyle/>
          <a:p>
            <a:pPr marL="457200" lvl="0" indent="-457200">
              <a:buFont typeface="Arial" panose="020B0604020202020204" pitchFamily="34" charset="0"/>
              <a:buChar char="•"/>
            </a:pPr>
            <a:r>
              <a:rPr lang="en-IN" sz="2800" dirty="0"/>
              <a:t>Mobile phone misuse affects exam fairness. </a:t>
            </a:r>
          </a:p>
          <a:p>
            <a:pPr marL="457200" lvl="0" indent="-457200">
              <a:buFont typeface="Arial" panose="020B0604020202020204" pitchFamily="34" charset="0"/>
              <a:buChar char="•"/>
            </a:pPr>
            <a:r>
              <a:rPr lang="en-IN" sz="2800" dirty="0"/>
              <a:t>Manual monitoring has limitations. </a:t>
            </a:r>
          </a:p>
          <a:p>
            <a:pPr marL="457200" lvl="0" indent="-457200">
              <a:buFont typeface="Arial" panose="020B0604020202020204" pitchFamily="34" charset="0"/>
              <a:buChar char="•"/>
            </a:pPr>
            <a:r>
              <a:rPr lang="en-IN" sz="2800" dirty="0"/>
              <a:t>Detects active mobile phone signals. </a:t>
            </a:r>
          </a:p>
          <a:p>
            <a:pPr marL="457200" lvl="0" indent="-457200">
              <a:buFont typeface="Arial" panose="020B0604020202020204" pitchFamily="34" charset="0"/>
              <a:buChar char="•"/>
            </a:pPr>
            <a:r>
              <a:rPr lang="en-IN" sz="2800" dirty="0"/>
              <a:t>STM32 processes and generates alerts. </a:t>
            </a:r>
          </a:p>
          <a:p>
            <a:pPr marL="457200" lvl="0" indent="-457200">
              <a:buFont typeface="Arial" panose="020B0604020202020204" pitchFamily="34" charset="0"/>
              <a:buChar char="•"/>
            </a:pPr>
            <a:r>
              <a:rPr lang="en-IN" sz="2800" dirty="0"/>
              <a:t>Ensures a secure examination environment.</a:t>
            </a:r>
          </a:p>
          <a:p>
            <a:endParaRPr lang="en-US" sz="2800" dirty="0"/>
          </a:p>
        </p:txBody>
      </p:sp>
      <p:sp>
        <p:nvSpPr>
          <p:cNvPr id="2" name="TextBox 1">
            <a:extLst>
              <a:ext uri="{FF2B5EF4-FFF2-40B4-BE49-F238E27FC236}">
                <a16:creationId xmlns:a16="http://schemas.microsoft.com/office/drawing/2014/main" id="{FED1EC5B-EDB9-EB86-589B-F8F62A4075CA}"/>
              </a:ext>
            </a:extLst>
          </p:cNvPr>
          <p:cNvSpPr txBox="1"/>
          <p:nvPr/>
        </p:nvSpPr>
        <p:spPr>
          <a:xfrm>
            <a:off x="11758863" y="6415801"/>
            <a:ext cx="316112" cy="246221"/>
          </a:xfrm>
          <a:prstGeom prst="rect">
            <a:avLst/>
          </a:prstGeom>
          <a:noFill/>
        </p:spPr>
        <p:txBody>
          <a:bodyPr wrap="none" rtlCol="0">
            <a:spAutoFit/>
          </a:bodyPr>
          <a:lstStyle/>
          <a:p>
            <a:r>
              <a:rPr lang="en-IN" sz="1000" dirty="0"/>
              <a:t>11</a:t>
            </a:r>
          </a:p>
        </p:txBody>
      </p:sp>
      <p:sp>
        <p:nvSpPr>
          <p:cNvPr id="8" name="Date Placeholder 7">
            <a:extLst>
              <a:ext uri="{FF2B5EF4-FFF2-40B4-BE49-F238E27FC236}">
                <a16:creationId xmlns:a16="http://schemas.microsoft.com/office/drawing/2014/main" id="{68633C05-D0FD-DE74-DA09-F5F5955089C6}"/>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0905794B-0338-F13D-A13F-CEC11B005607}"/>
              </a:ext>
            </a:extLst>
          </p:cNvPr>
          <p:cNvSpPr>
            <a:spLocks noGrp="1"/>
          </p:cNvSpPr>
          <p:nvPr>
            <p:ph type="ftr" sz="quarter" idx="11"/>
          </p:nvPr>
        </p:nvSpPr>
        <p:spPr/>
        <p:txBody>
          <a:bodyPr/>
          <a:lstStyle/>
          <a:p>
            <a:r>
              <a:rPr lang="en-IN"/>
              <a:t>DEPT OF CSE(CY)</a:t>
            </a:r>
          </a:p>
        </p:txBody>
      </p:sp>
      <p:sp>
        <p:nvSpPr>
          <p:cNvPr id="10" name="TextBox 9">
            <a:extLst>
              <a:ext uri="{FF2B5EF4-FFF2-40B4-BE49-F238E27FC236}">
                <a16:creationId xmlns:a16="http://schemas.microsoft.com/office/drawing/2014/main" id="{B8C8D0B3-B7FF-48B6-47F4-52D9A7367D59}"/>
              </a:ext>
            </a:extLst>
          </p:cNvPr>
          <p:cNvSpPr txBox="1"/>
          <p:nvPr/>
        </p:nvSpPr>
        <p:spPr>
          <a:xfrm>
            <a:off x="3581399" y="742"/>
            <a:ext cx="5771147"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3" name="TextBox 2">
            <a:extLst>
              <a:ext uri="{FF2B5EF4-FFF2-40B4-BE49-F238E27FC236}">
                <a16:creationId xmlns:a16="http://schemas.microsoft.com/office/drawing/2014/main" id="{1361DC7D-D14B-9E82-EA39-B6D973D3A72C}"/>
              </a:ext>
            </a:extLst>
          </p:cNvPr>
          <p:cNvSpPr txBox="1"/>
          <p:nvPr/>
        </p:nvSpPr>
        <p:spPr>
          <a:xfrm>
            <a:off x="2651797" y="2979093"/>
            <a:ext cx="8144539" cy="2246769"/>
          </a:xfrm>
          <a:prstGeom prst="rect">
            <a:avLst/>
          </a:prstGeom>
          <a:noFill/>
        </p:spPr>
        <p:txBody>
          <a:bodyPr wrap="square">
            <a:spAutoFit/>
          </a:bodyPr>
          <a:lstStyle/>
          <a:p>
            <a:pPr marL="457200" indent="-457200">
              <a:buFont typeface="Arial" panose="020B0604020202020204" pitchFamily="34" charset="0"/>
              <a:buChar char="•"/>
            </a:pPr>
            <a:r>
              <a:rPr lang="en-IN" sz="2800" dirty="0"/>
              <a:t>Mobile phone misuse threatens exam integrity.</a:t>
            </a:r>
          </a:p>
          <a:p>
            <a:pPr marL="457200" indent="-457200">
              <a:buFont typeface="Arial" panose="020B0604020202020204" pitchFamily="34" charset="0"/>
              <a:buChar char="•"/>
            </a:pPr>
            <a:r>
              <a:rPr lang="en-IN" sz="2800" dirty="0"/>
              <a:t>Manual monitoring cannot detect all violations.</a:t>
            </a:r>
          </a:p>
          <a:p>
            <a:pPr marL="457200" indent="-457200">
              <a:buFont typeface="Arial" panose="020B0604020202020204" pitchFamily="34" charset="0"/>
              <a:buChar char="•"/>
            </a:pPr>
            <a:r>
              <a:rPr lang="en-IN" sz="2800" dirty="0"/>
              <a:t>No instant alert system for active mobile usage.</a:t>
            </a:r>
          </a:p>
          <a:p>
            <a:pPr marL="457200" indent="-457200">
              <a:buFont typeface="Arial" panose="020B0604020202020204" pitchFamily="34" charset="0"/>
              <a:buChar char="•"/>
            </a:pPr>
            <a:r>
              <a:rPr lang="en-IN" sz="2800" dirty="0"/>
              <a:t>Need for an automated, real-time detection system.</a:t>
            </a:r>
          </a:p>
          <a:p>
            <a:pPr marL="457200" indent="-457200">
              <a:buFont typeface="Arial" panose="020B0604020202020204" pitchFamily="34" charset="0"/>
              <a:buChar char="•"/>
            </a:pPr>
            <a:r>
              <a:rPr lang="en-IN" sz="2800" dirty="0"/>
              <a:t>Ensure a fair and secure examination environment.</a:t>
            </a:r>
          </a:p>
        </p:txBody>
      </p:sp>
      <p:sp>
        <p:nvSpPr>
          <p:cNvPr id="2" name="TextBox 1">
            <a:extLst>
              <a:ext uri="{FF2B5EF4-FFF2-40B4-BE49-F238E27FC236}">
                <a16:creationId xmlns:a16="http://schemas.microsoft.com/office/drawing/2014/main" id="{0A122C11-423A-8440-EA79-ACEF246A2397}"/>
              </a:ext>
            </a:extLst>
          </p:cNvPr>
          <p:cNvSpPr txBox="1"/>
          <p:nvPr/>
        </p:nvSpPr>
        <p:spPr>
          <a:xfrm>
            <a:off x="11823032" y="6415801"/>
            <a:ext cx="316112" cy="246221"/>
          </a:xfrm>
          <a:prstGeom prst="rect">
            <a:avLst/>
          </a:prstGeom>
          <a:noFill/>
        </p:spPr>
        <p:txBody>
          <a:bodyPr wrap="none" rtlCol="0">
            <a:spAutoFit/>
          </a:bodyPr>
          <a:lstStyle/>
          <a:p>
            <a:r>
              <a:rPr lang="en-IN" sz="1000" dirty="0"/>
              <a:t>12</a:t>
            </a:r>
          </a:p>
        </p:txBody>
      </p:sp>
      <p:sp>
        <p:nvSpPr>
          <p:cNvPr id="8" name="Date Placeholder 7">
            <a:extLst>
              <a:ext uri="{FF2B5EF4-FFF2-40B4-BE49-F238E27FC236}">
                <a16:creationId xmlns:a16="http://schemas.microsoft.com/office/drawing/2014/main" id="{1A1870E0-FCE4-DACF-D6E8-74DD6A41D7B8}"/>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A4297C7E-B333-3DB6-005D-829F1EC2FBA1}"/>
              </a:ext>
            </a:extLst>
          </p:cNvPr>
          <p:cNvSpPr>
            <a:spLocks noGrp="1"/>
          </p:cNvSpPr>
          <p:nvPr>
            <p:ph type="ftr" sz="quarter" idx="11"/>
          </p:nvPr>
        </p:nvSpPr>
        <p:spPr/>
        <p:txBody>
          <a:bodyPr/>
          <a:lstStyle/>
          <a:p>
            <a:r>
              <a:rPr lang="en-IN"/>
              <a:t>DEPT OF CSE(CY)</a:t>
            </a:r>
          </a:p>
        </p:txBody>
      </p:sp>
      <p:sp>
        <p:nvSpPr>
          <p:cNvPr id="11" name="TextBox 10">
            <a:extLst>
              <a:ext uri="{FF2B5EF4-FFF2-40B4-BE49-F238E27FC236}">
                <a16:creationId xmlns:a16="http://schemas.microsoft.com/office/drawing/2014/main" id="{ECF46EAC-9FB5-31C9-3905-424AC5D5CC07}"/>
              </a:ext>
            </a:extLst>
          </p:cNvPr>
          <p:cNvSpPr txBox="1"/>
          <p:nvPr/>
        </p:nvSpPr>
        <p:spPr>
          <a:xfrm>
            <a:off x="3581400" y="0"/>
            <a:ext cx="5747084"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4" name="TextBox 3">
            <a:extLst>
              <a:ext uri="{FF2B5EF4-FFF2-40B4-BE49-F238E27FC236}">
                <a16:creationId xmlns:a16="http://schemas.microsoft.com/office/drawing/2014/main" id="{F8D9D9F7-5D48-9E86-71F9-80F6CB997A29}"/>
              </a:ext>
            </a:extLst>
          </p:cNvPr>
          <p:cNvSpPr txBox="1"/>
          <p:nvPr/>
        </p:nvSpPr>
        <p:spPr>
          <a:xfrm>
            <a:off x="1892969" y="2922946"/>
            <a:ext cx="9488905" cy="2246769"/>
          </a:xfrm>
          <a:prstGeom prst="rect">
            <a:avLst/>
          </a:prstGeom>
          <a:noFill/>
        </p:spPr>
        <p:txBody>
          <a:bodyPr wrap="square">
            <a:spAutoFit/>
          </a:bodyPr>
          <a:lstStyle/>
          <a:p>
            <a:pPr marL="457200" indent="-457200">
              <a:buFont typeface="Arial" panose="020B0604020202020204" pitchFamily="34" charset="0"/>
              <a:buChar char="•"/>
            </a:pPr>
            <a:r>
              <a:rPr lang="en-IN" sz="2800" dirty="0"/>
              <a:t>Proposed a STM32-based mobile activity detection system.</a:t>
            </a:r>
          </a:p>
          <a:p>
            <a:pPr marL="457200" indent="-457200">
              <a:buFont typeface="Arial" panose="020B0604020202020204" pitchFamily="34" charset="0"/>
              <a:buChar char="•"/>
            </a:pPr>
            <a:r>
              <a:rPr lang="en-IN" sz="2800" dirty="0"/>
              <a:t>Use an RF detector to sense active mobile signals.</a:t>
            </a:r>
          </a:p>
          <a:p>
            <a:pPr marL="457200" indent="-457200">
              <a:buFont typeface="Arial" panose="020B0604020202020204" pitchFamily="34" charset="0"/>
              <a:buChar char="•"/>
            </a:pPr>
            <a:r>
              <a:rPr lang="en-IN" sz="2800" dirty="0"/>
              <a:t>Process signal data using the STM32 microcontroller.</a:t>
            </a:r>
          </a:p>
          <a:p>
            <a:pPr marL="457200" indent="-457200">
              <a:buFont typeface="Arial" panose="020B0604020202020204" pitchFamily="34" charset="0"/>
              <a:buChar char="•"/>
            </a:pPr>
            <a:r>
              <a:rPr lang="en-IN" sz="2800" dirty="0"/>
              <a:t>Generate alerts through buzzer, LED, and display.</a:t>
            </a:r>
          </a:p>
          <a:p>
            <a:pPr marL="457200" indent="-457200">
              <a:buFont typeface="Arial" panose="020B0604020202020204" pitchFamily="34" charset="0"/>
              <a:buChar char="•"/>
            </a:pPr>
            <a:r>
              <a:rPr lang="en-IN" sz="2800" dirty="0"/>
              <a:t>Record detection details for examination monitoring.</a:t>
            </a:r>
          </a:p>
        </p:txBody>
      </p:sp>
      <p:sp>
        <p:nvSpPr>
          <p:cNvPr id="2" name="TextBox 1">
            <a:extLst>
              <a:ext uri="{FF2B5EF4-FFF2-40B4-BE49-F238E27FC236}">
                <a16:creationId xmlns:a16="http://schemas.microsoft.com/office/drawing/2014/main" id="{17CA802E-B261-D1CA-F339-031685363A8E}"/>
              </a:ext>
            </a:extLst>
          </p:cNvPr>
          <p:cNvSpPr txBox="1"/>
          <p:nvPr/>
        </p:nvSpPr>
        <p:spPr>
          <a:xfrm>
            <a:off x="11622505" y="6415801"/>
            <a:ext cx="316112" cy="246221"/>
          </a:xfrm>
          <a:prstGeom prst="rect">
            <a:avLst/>
          </a:prstGeom>
          <a:noFill/>
        </p:spPr>
        <p:txBody>
          <a:bodyPr wrap="none" rtlCol="0">
            <a:spAutoFit/>
          </a:bodyPr>
          <a:lstStyle/>
          <a:p>
            <a:r>
              <a:rPr lang="en-IN" sz="1000" dirty="0"/>
              <a:t>13</a:t>
            </a:r>
          </a:p>
        </p:txBody>
      </p:sp>
      <p:sp>
        <p:nvSpPr>
          <p:cNvPr id="8" name="Date Placeholder 7">
            <a:extLst>
              <a:ext uri="{FF2B5EF4-FFF2-40B4-BE49-F238E27FC236}">
                <a16:creationId xmlns:a16="http://schemas.microsoft.com/office/drawing/2014/main" id="{8BEF3AA2-BB1E-BFB1-67F5-202B902648DF}"/>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ED4CA016-7B11-A7F0-42D3-5AC8286A0D29}"/>
              </a:ext>
            </a:extLst>
          </p:cNvPr>
          <p:cNvSpPr>
            <a:spLocks noGrp="1"/>
          </p:cNvSpPr>
          <p:nvPr>
            <p:ph type="ftr" sz="quarter" idx="11"/>
          </p:nvPr>
        </p:nvSpPr>
        <p:spPr/>
        <p:txBody>
          <a:bodyPr/>
          <a:lstStyle/>
          <a:p>
            <a:r>
              <a:rPr lang="en-IN"/>
              <a:t>DEPT OF CSE(CY)</a:t>
            </a:r>
          </a:p>
        </p:txBody>
      </p:sp>
      <p:sp>
        <p:nvSpPr>
          <p:cNvPr id="11" name="TextBox 10">
            <a:extLst>
              <a:ext uri="{FF2B5EF4-FFF2-40B4-BE49-F238E27FC236}">
                <a16:creationId xmlns:a16="http://schemas.microsoft.com/office/drawing/2014/main" id="{270BD810-34C5-584B-8386-F05896002279}"/>
              </a:ext>
            </a:extLst>
          </p:cNvPr>
          <p:cNvSpPr txBox="1"/>
          <p:nvPr/>
        </p:nvSpPr>
        <p:spPr>
          <a:xfrm>
            <a:off x="3581400" y="0"/>
            <a:ext cx="5634789"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8" y="211034"/>
            <a:ext cx="9745883" cy="1610027"/>
          </a:xfrm>
          <a:prstGeom prst="rect">
            <a:avLst/>
          </a:prstGeom>
        </p:spPr>
      </p:pic>
      <p:sp>
        <p:nvSpPr>
          <p:cNvPr id="3" name="Title 1"/>
          <p:cNvSpPr>
            <a:spLocks noGrp="1"/>
          </p:cNvSpPr>
          <p:nvPr>
            <p:ph type="title"/>
          </p:nvPr>
        </p:nvSpPr>
        <p:spPr bwMode="auto">
          <a:xfrm>
            <a:off x="2066260" y="1772148"/>
            <a:ext cx="8229240" cy="628135"/>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sp>
        <p:nvSpPr>
          <p:cNvPr id="2" name="TextBox 1">
            <a:extLst>
              <a:ext uri="{FF2B5EF4-FFF2-40B4-BE49-F238E27FC236}">
                <a16:creationId xmlns:a16="http://schemas.microsoft.com/office/drawing/2014/main" id="{234E86EB-4DCA-BBDE-B54C-17CAF471EF96}"/>
              </a:ext>
            </a:extLst>
          </p:cNvPr>
          <p:cNvSpPr txBox="1"/>
          <p:nvPr/>
        </p:nvSpPr>
        <p:spPr>
          <a:xfrm>
            <a:off x="11758863" y="6452945"/>
            <a:ext cx="316112" cy="246221"/>
          </a:xfrm>
          <a:prstGeom prst="rect">
            <a:avLst/>
          </a:prstGeom>
          <a:noFill/>
        </p:spPr>
        <p:txBody>
          <a:bodyPr wrap="none" rtlCol="0">
            <a:spAutoFit/>
          </a:bodyPr>
          <a:lstStyle/>
          <a:p>
            <a:r>
              <a:rPr lang="en-IN" sz="1000" dirty="0"/>
              <a:t>14</a:t>
            </a:r>
          </a:p>
        </p:txBody>
      </p:sp>
      <p:sp>
        <p:nvSpPr>
          <p:cNvPr id="8" name="Date Placeholder 7">
            <a:extLst>
              <a:ext uri="{FF2B5EF4-FFF2-40B4-BE49-F238E27FC236}">
                <a16:creationId xmlns:a16="http://schemas.microsoft.com/office/drawing/2014/main" id="{E78DF100-C742-EB17-8363-6C237E47F0AE}"/>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AE5429BD-0C59-72DA-3CCA-2E69292DA9B8}"/>
              </a:ext>
            </a:extLst>
          </p:cNvPr>
          <p:cNvSpPr>
            <a:spLocks noGrp="1"/>
          </p:cNvSpPr>
          <p:nvPr>
            <p:ph type="ftr" sz="quarter" idx="11"/>
          </p:nvPr>
        </p:nvSpPr>
        <p:spPr/>
        <p:txBody>
          <a:bodyPr/>
          <a:lstStyle/>
          <a:p>
            <a:r>
              <a:rPr lang="en-IN"/>
              <a:t>DEPT OF CSE(CY)</a:t>
            </a:r>
          </a:p>
        </p:txBody>
      </p:sp>
      <p:sp>
        <p:nvSpPr>
          <p:cNvPr id="11" name="TextBox 10">
            <a:extLst>
              <a:ext uri="{FF2B5EF4-FFF2-40B4-BE49-F238E27FC236}">
                <a16:creationId xmlns:a16="http://schemas.microsoft.com/office/drawing/2014/main" id="{4C9D0805-5CB9-21B7-5E20-F49641BE57EC}"/>
              </a:ext>
            </a:extLst>
          </p:cNvPr>
          <p:cNvSpPr txBox="1"/>
          <p:nvPr/>
        </p:nvSpPr>
        <p:spPr>
          <a:xfrm>
            <a:off x="3657600" y="0"/>
            <a:ext cx="6055895"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pic>
        <p:nvPicPr>
          <p:cNvPr id="13" name="Picture 12">
            <a:extLst>
              <a:ext uri="{FF2B5EF4-FFF2-40B4-BE49-F238E27FC236}">
                <a16:creationId xmlns:a16="http://schemas.microsoft.com/office/drawing/2014/main" id="{FEEA31FE-41B1-6B25-0162-9E760E563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9188" y="2557537"/>
            <a:ext cx="3533623" cy="3641558"/>
          </a:xfrm>
          <a:prstGeom prst="rect">
            <a:avLst/>
          </a:prstGeom>
        </p:spPr>
      </p:pic>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41256" y="2157800"/>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345184"/>
            <a:ext cx="10579260" cy="1747701"/>
          </a:xfrm>
          <a:prstGeom prst="rect">
            <a:avLst/>
          </a:prstGeom>
        </p:spPr>
      </p:pic>
      <p:sp>
        <p:nvSpPr>
          <p:cNvPr id="5" name="TextBox 4">
            <a:extLst>
              <a:ext uri="{FF2B5EF4-FFF2-40B4-BE49-F238E27FC236}">
                <a16:creationId xmlns:a16="http://schemas.microsoft.com/office/drawing/2014/main" id="{0D6E7C94-E64A-7D80-944C-863D1DCF1D6F}"/>
              </a:ext>
            </a:extLst>
          </p:cNvPr>
          <p:cNvSpPr txBox="1"/>
          <p:nvPr/>
        </p:nvSpPr>
        <p:spPr>
          <a:xfrm>
            <a:off x="1660763" y="3147536"/>
            <a:ext cx="9809748" cy="2246769"/>
          </a:xfrm>
          <a:prstGeom prst="rect">
            <a:avLst/>
          </a:prstGeom>
          <a:noFill/>
        </p:spPr>
        <p:txBody>
          <a:bodyPr wrap="square">
            <a:spAutoFit/>
          </a:bodyPr>
          <a:lstStyle/>
          <a:p>
            <a:pPr marL="457200" indent="-457200">
              <a:buFont typeface="Arial" panose="020B0604020202020204" pitchFamily="34" charset="0"/>
              <a:buChar char="•"/>
            </a:pPr>
            <a:r>
              <a:rPr lang="en-US" sz="2800"/>
              <a:t>Proposed a </a:t>
            </a:r>
            <a:r>
              <a:rPr lang="en-US" sz="2800" dirty="0"/>
              <a:t>STM32-based mobile activity detection system.</a:t>
            </a:r>
          </a:p>
          <a:p>
            <a:pPr marL="457200" indent="-457200">
              <a:buFont typeface="Arial" panose="020B0604020202020204" pitchFamily="34" charset="0"/>
              <a:buChar char="•"/>
            </a:pPr>
            <a:r>
              <a:rPr lang="en-US" sz="2800" dirty="0"/>
              <a:t>Provides real-time alerts for unauthorized mobile usage.</a:t>
            </a:r>
          </a:p>
          <a:p>
            <a:pPr marL="457200" indent="-457200">
              <a:buFont typeface="Arial" panose="020B0604020202020204" pitchFamily="34" charset="0"/>
              <a:buChar char="•"/>
            </a:pPr>
            <a:r>
              <a:rPr lang="en-US" sz="2800" dirty="0"/>
              <a:t>Improves examination security and fairness.</a:t>
            </a:r>
          </a:p>
          <a:p>
            <a:pPr marL="457200" indent="-457200">
              <a:buFont typeface="Arial" panose="020B0604020202020204" pitchFamily="34" charset="0"/>
              <a:buChar char="•"/>
            </a:pPr>
            <a:r>
              <a:rPr lang="en-US" sz="2800" dirty="0"/>
              <a:t>Low-cost and efficient embedded system solution.</a:t>
            </a:r>
          </a:p>
          <a:p>
            <a:pPr marL="457200" indent="-457200">
              <a:buFont typeface="Arial" panose="020B0604020202020204" pitchFamily="34" charset="0"/>
              <a:buChar char="•"/>
            </a:pPr>
            <a:r>
              <a:rPr lang="en-US" sz="2800" dirty="0"/>
              <a:t>Can be enhanced with IoT and advanced monitoring features.</a:t>
            </a:r>
            <a:endParaRPr lang="en-IN" sz="2800" dirty="0"/>
          </a:p>
        </p:txBody>
      </p:sp>
      <p:sp>
        <p:nvSpPr>
          <p:cNvPr id="2" name="TextBox 1">
            <a:extLst>
              <a:ext uri="{FF2B5EF4-FFF2-40B4-BE49-F238E27FC236}">
                <a16:creationId xmlns:a16="http://schemas.microsoft.com/office/drawing/2014/main" id="{53831C01-93BC-890B-8D0E-8C702AC96A7B}"/>
              </a:ext>
            </a:extLst>
          </p:cNvPr>
          <p:cNvSpPr txBox="1"/>
          <p:nvPr/>
        </p:nvSpPr>
        <p:spPr>
          <a:xfrm>
            <a:off x="11622505" y="6415801"/>
            <a:ext cx="316112" cy="246221"/>
          </a:xfrm>
          <a:prstGeom prst="rect">
            <a:avLst/>
          </a:prstGeom>
          <a:noFill/>
        </p:spPr>
        <p:txBody>
          <a:bodyPr wrap="none" rtlCol="0">
            <a:spAutoFit/>
          </a:bodyPr>
          <a:lstStyle/>
          <a:p>
            <a:r>
              <a:rPr lang="en-IN" sz="1000" dirty="0"/>
              <a:t>15</a:t>
            </a:r>
          </a:p>
        </p:txBody>
      </p:sp>
      <p:sp>
        <p:nvSpPr>
          <p:cNvPr id="8" name="Date Placeholder 7">
            <a:extLst>
              <a:ext uri="{FF2B5EF4-FFF2-40B4-BE49-F238E27FC236}">
                <a16:creationId xmlns:a16="http://schemas.microsoft.com/office/drawing/2014/main" id="{2F8D0411-B575-D665-29A5-8706604332E4}"/>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AF149535-FA00-70A8-BB86-CEB434DEDA8E}"/>
              </a:ext>
            </a:extLst>
          </p:cNvPr>
          <p:cNvSpPr>
            <a:spLocks noGrp="1"/>
          </p:cNvSpPr>
          <p:nvPr>
            <p:ph type="ftr" sz="quarter" idx="11"/>
          </p:nvPr>
        </p:nvSpPr>
        <p:spPr/>
        <p:txBody>
          <a:bodyPr/>
          <a:lstStyle/>
          <a:p>
            <a:r>
              <a:rPr lang="en-IN"/>
              <a:t>DEPT OF CSE(CY)</a:t>
            </a:r>
          </a:p>
        </p:txBody>
      </p:sp>
      <p:sp>
        <p:nvSpPr>
          <p:cNvPr id="10" name="TextBox 9">
            <a:extLst>
              <a:ext uri="{FF2B5EF4-FFF2-40B4-BE49-F238E27FC236}">
                <a16:creationId xmlns:a16="http://schemas.microsoft.com/office/drawing/2014/main" id="{58C6E441-18CD-13C6-CE26-DB108BFB902A}"/>
              </a:ext>
            </a:extLst>
          </p:cNvPr>
          <p:cNvSpPr txBox="1"/>
          <p:nvPr/>
        </p:nvSpPr>
        <p:spPr>
          <a:xfrm>
            <a:off x="3581400" y="3270"/>
            <a:ext cx="7527758"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821467"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extBox 4">
            <a:extLst>
              <a:ext uri="{FF2B5EF4-FFF2-40B4-BE49-F238E27FC236}">
                <a16:creationId xmlns:a16="http://schemas.microsoft.com/office/drawing/2014/main" id="{B71950CF-7972-F032-E9DE-52210FC6FDF1}"/>
              </a:ext>
            </a:extLst>
          </p:cNvPr>
          <p:cNvSpPr txBox="1"/>
          <p:nvPr/>
        </p:nvSpPr>
        <p:spPr>
          <a:xfrm>
            <a:off x="2358189" y="2833119"/>
            <a:ext cx="10082463" cy="2246769"/>
          </a:xfrm>
          <a:prstGeom prst="rect">
            <a:avLst/>
          </a:prstGeom>
          <a:noFill/>
        </p:spPr>
        <p:txBody>
          <a:bodyPr wrap="square">
            <a:spAutoFit/>
          </a:bodyPr>
          <a:lstStyle/>
          <a:p>
            <a:pPr marL="457200" lvl="0" indent="-457200">
              <a:buFont typeface="Arial" panose="020B0604020202020204" pitchFamily="34" charset="0"/>
              <a:buChar char="•"/>
            </a:pPr>
            <a:r>
              <a:rPr lang="en-IN" sz="2800" dirty="0"/>
              <a:t>STM32 Microcontroller Datasheet &amp; Reference Manual.</a:t>
            </a:r>
          </a:p>
          <a:p>
            <a:pPr marL="457200" lvl="0" indent="-457200">
              <a:buFont typeface="Arial" panose="020B0604020202020204" pitchFamily="34" charset="0"/>
              <a:buChar char="•"/>
            </a:pPr>
            <a:r>
              <a:rPr lang="en-IN" sz="2800" dirty="0"/>
              <a:t>Embedded Systems Design Books.</a:t>
            </a:r>
          </a:p>
          <a:p>
            <a:pPr marL="457200" lvl="0" indent="-457200">
              <a:buFont typeface="Arial" panose="020B0604020202020204" pitchFamily="34" charset="0"/>
              <a:buChar char="•"/>
            </a:pPr>
            <a:r>
              <a:rPr lang="en-IN" sz="2800" dirty="0"/>
              <a:t>RF Signal Detection Concepts.</a:t>
            </a:r>
          </a:p>
          <a:p>
            <a:pPr marL="457200" lvl="0" indent="-457200">
              <a:buFont typeface="Arial" panose="020B0604020202020204" pitchFamily="34" charset="0"/>
              <a:buChar char="•"/>
            </a:pPr>
            <a:r>
              <a:rPr lang="en-IN" sz="2800" dirty="0"/>
              <a:t>Sensor Interfacing Resources.</a:t>
            </a:r>
          </a:p>
          <a:p>
            <a:pPr marL="457200" lvl="0" indent="-457200">
              <a:buFont typeface="Arial" panose="020B0604020202020204" pitchFamily="34" charset="0"/>
              <a:buChar char="•"/>
            </a:pPr>
            <a:r>
              <a:rPr lang="en-IN" sz="2800" dirty="0"/>
              <a:t>Research Papers on Mobile Detection Systems.</a:t>
            </a:r>
          </a:p>
        </p:txBody>
      </p:sp>
      <p:sp>
        <p:nvSpPr>
          <p:cNvPr id="2" name="TextBox 1">
            <a:extLst>
              <a:ext uri="{FF2B5EF4-FFF2-40B4-BE49-F238E27FC236}">
                <a16:creationId xmlns:a16="http://schemas.microsoft.com/office/drawing/2014/main" id="{A81E520D-7E47-6255-0ACA-470680345617}"/>
              </a:ext>
            </a:extLst>
          </p:cNvPr>
          <p:cNvSpPr txBox="1"/>
          <p:nvPr/>
        </p:nvSpPr>
        <p:spPr>
          <a:xfrm>
            <a:off x="11815010" y="6415801"/>
            <a:ext cx="316112" cy="246221"/>
          </a:xfrm>
          <a:prstGeom prst="rect">
            <a:avLst/>
          </a:prstGeom>
          <a:noFill/>
        </p:spPr>
        <p:txBody>
          <a:bodyPr wrap="none" rtlCol="0">
            <a:spAutoFit/>
          </a:bodyPr>
          <a:lstStyle/>
          <a:p>
            <a:r>
              <a:rPr lang="en-IN" sz="1000" dirty="0"/>
              <a:t>16</a:t>
            </a:r>
          </a:p>
        </p:txBody>
      </p:sp>
      <p:sp>
        <p:nvSpPr>
          <p:cNvPr id="8" name="Date Placeholder 7">
            <a:extLst>
              <a:ext uri="{FF2B5EF4-FFF2-40B4-BE49-F238E27FC236}">
                <a16:creationId xmlns:a16="http://schemas.microsoft.com/office/drawing/2014/main" id="{F9785F75-65E0-CF97-2747-4FE16DAE75B9}"/>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32B13E7D-E520-D856-5165-DC93F0A74563}"/>
              </a:ext>
            </a:extLst>
          </p:cNvPr>
          <p:cNvSpPr>
            <a:spLocks noGrp="1"/>
          </p:cNvSpPr>
          <p:nvPr>
            <p:ph type="ftr" sz="quarter" idx="11"/>
          </p:nvPr>
        </p:nvSpPr>
        <p:spPr/>
        <p:txBody>
          <a:bodyPr/>
          <a:lstStyle/>
          <a:p>
            <a:r>
              <a:rPr lang="en-IN"/>
              <a:t>DEPT OF CSE(CY)</a:t>
            </a:r>
          </a:p>
        </p:txBody>
      </p:sp>
      <p:sp>
        <p:nvSpPr>
          <p:cNvPr id="11" name="TextBox 10">
            <a:extLst>
              <a:ext uri="{FF2B5EF4-FFF2-40B4-BE49-F238E27FC236}">
                <a16:creationId xmlns:a16="http://schemas.microsoft.com/office/drawing/2014/main" id="{B83BED56-1BE8-6A9D-29CA-060D875DF0A8}"/>
              </a:ext>
            </a:extLst>
          </p:cNvPr>
          <p:cNvSpPr txBox="1"/>
          <p:nvPr/>
        </p:nvSpPr>
        <p:spPr>
          <a:xfrm>
            <a:off x="3581400" y="0"/>
            <a:ext cx="6220326" cy="276999"/>
          </a:xfrm>
          <a:prstGeom prst="rect">
            <a:avLst/>
          </a:prstGeom>
          <a:noFill/>
        </p:spPr>
        <p:txBody>
          <a:bodyPr wrap="square">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TotalTime>
  <Words>1456</Words>
  <Application>Microsoft Office PowerPoint</Application>
  <PresentationFormat>Widescreen</PresentationFormat>
  <Paragraphs>169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Joyal George Joseph</cp:lastModifiedBy>
  <cp:revision>9</cp:revision>
  <dcterms:created xsi:type="dcterms:W3CDTF">2025-10-04T04:58:01Z</dcterms:created>
  <dcterms:modified xsi:type="dcterms:W3CDTF">2026-07-30T04:17:19Z</dcterms:modified>
</cp:coreProperties>
</file>